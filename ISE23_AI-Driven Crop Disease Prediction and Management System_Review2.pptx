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8"/>
  </p:notesMasterIdLst>
  <p:sldIdLst>
    <p:sldId id="256" r:id="rId2"/>
    <p:sldId id="257" r:id="rId3"/>
    <p:sldId id="274" r:id="rId4"/>
    <p:sldId id="275" r:id="rId5"/>
    <p:sldId id="278" r:id="rId6"/>
    <p:sldId id="279" r:id="rId7"/>
    <p:sldId id="273" r:id="rId8"/>
    <p:sldId id="272" r:id="rId9"/>
    <p:sldId id="276" r:id="rId10"/>
    <p:sldId id="268" r:id="rId11"/>
    <p:sldId id="280" r:id="rId12"/>
    <p:sldId id="281" r:id="rId13"/>
    <p:sldId id="270" r:id="rId14"/>
    <p:sldId id="277" r:id="rId15"/>
    <p:sldId id="265" r:id="rId16"/>
    <p:sldId id="26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90651C3A-4460-11DB-9652-00E08161165F}">
  <a:tblStyle styleId="{57690726-49DA-4552-BDEB-330DD8EA8BD9}" styleName="Table_0">
    <a:wholeTbl>
      <a:tcTxStyle b="off" i="off">
        <a:font>
          <a:latin typeface="Bookman Old Style"/>
          <a:ea typeface="Bookman Old Style"/>
          <a:cs typeface="Bookman Old Style"/>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516" y="6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rtl="0">
              <a:spcBef>
                <a:spcPts val="0"/>
              </a:spcBef>
              <a:spcAft>
                <a:spcPts val="0"/>
              </a:spcAft>
              <a:buSzPts val="1100"/>
              <a:buChar char="●"/>
              <a:defRPr sz="1100"/>
            </a:lvl1pPr>
            <a:lvl2pPr marL="914400" lvl="1" indent="-298450" rtl="0">
              <a:spcBef>
                <a:spcPts val="0"/>
              </a:spcBef>
              <a:spcAft>
                <a:spcPts val="0"/>
              </a:spcAft>
              <a:buSzPts val="1100"/>
              <a:buChar char="○"/>
              <a:defRPr sz="1100"/>
            </a:lvl2pPr>
            <a:lvl3pPr marL="1371600" lvl="2" indent="-298450" rtl="0">
              <a:spcBef>
                <a:spcPts val="0"/>
              </a:spcBef>
              <a:spcAft>
                <a:spcPts val="0"/>
              </a:spcAft>
              <a:buSzPts val="1100"/>
              <a:buChar char="■"/>
              <a:defRPr sz="1100"/>
            </a:lvl3pPr>
            <a:lvl4pPr marL="1828800" lvl="3" indent="-298450" rtl="0">
              <a:spcBef>
                <a:spcPts val="0"/>
              </a:spcBef>
              <a:spcAft>
                <a:spcPts val="0"/>
              </a:spcAft>
              <a:buSzPts val="1100"/>
              <a:buChar char="●"/>
              <a:defRPr sz="1100"/>
            </a:lvl4pPr>
            <a:lvl5pPr marL="2286000" lvl="4" indent="-298450" rtl="0">
              <a:spcBef>
                <a:spcPts val="0"/>
              </a:spcBef>
              <a:spcAft>
                <a:spcPts val="0"/>
              </a:spcAft>
              <a:buSzPts val="1100"/>
              <a:buChar char="○"/>
              <a:defRPr sz="1100"/>
            </a:lvl5pPr>
            <a:lvl6pPr marL="2743200" lvl="5" indent="-298450" rtl="0">
              <a:spcBef>
                <a:spcPts val="0"/>
              </a:spcBef>
              <a:spcAft>
                <a:spcPts val="0"/>
              </a:spcAft>
              <a:buSzPts val="1100"/>
              <a:buChar char="■"/>
              <a:defRPr sz="1100"/>
            </a:lvl6pPr>
            <a:lvl7pPr marL="3200400" lvl="6" indent="-298450" rtl="0">
              <a:spcBef>
                <a:spcPts val="0"/>
              </a:spcBef>
              <a:spcAft>
                <a:spcPts val="0"/>
              </a:spcAft>
              <a:buSzPts val="1100"/>
              <a:buChar char="●"/>
              <a:defRPr sz="1100"/>
            </a:lvl7pPr>
            <a:lvl8pPr marL="3657600" lvl="7" indent="-298450" rtl="0">
              <a:spcBef>
                <a:spcPts val="0"/>
              </a:spcBef>
              <a:spcAft>
                <a:spcPts val="0"/>
              </a:spcAft>
              <a:buSzPts val="1100"/>
              <a:buChar char="○"/>
              <a:defRPr sz="1100"/>
            </a:lvl8pPr>
            <a:lvl9pPr marL="4114800" lvl="8" indent="-298450" rtl="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3021696206"/>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 name="Google Shape;8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140805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2441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39560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48305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3678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67165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55935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2" name="Google Shape;142;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24313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2" name="Google Shape;142;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24313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4359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
          <p:cNvSpPr txBox="1">
            <a:spLocks noGrp="1"/>
          </p:cNvSpPr>
          <p:nvPr>
            <p:ph type="ctrTitle"/>
          </p:nvPr>
        </p:nvSpPr>
        <p:spPr>
          <a:xfrm>
            <a:off x="1050877" y="1322386"/>
            <a:ext cx="10363200" cy="14700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17365D"/>
              </a:buClr>
              <a:buSzPts val="2800"/>
              <a:buFont typeface="Verdana"/>
              <a:buNone/>
              <a:defRPr>
                <a:solidFill>
                  <a:srgbClr val="17365D"/>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 name="Google Shape;15;p2"/>
          <p:cNvSpPr txBox="1">
            <a:spLocks noGrp="1"/>
          </p:cNvSpPr>
          <p:nvPr>
            <p:ph type="subTitle" idx="1"/>
          </p:nvPr>
        </p:nvSpPr>
        <p:spPr>
          <a:xfrm>
            <a:off x="2032000" y="3326641"/>
            <a:ext cx="8534400" cy="1752600"/>
          </a:xfrm>
          <a:prstGeom prst="rect">
            <a:avLst/>
          </a:prstGeom>
          <a:noFill/>
          <a:ln>
            <a:noFill/>
          </a:ln>
        </p:spPr>
        <p:txBody>
          <a:bodyPr spcFirstLastPara="1" wrap="square" lIns="91425" tIns="45700" rIns="91425" bIns="45700" anchor="t" anchorCtr="0">
            <a:normAutofit/>
          </a:bodyPr>
          <a:lstStyle>
            <a:lvl1pPr lvl="0" algn="ctr" rtl="0">
              <a:spcBef>
                <a:spcPts val="400"/>
              </a:spcBef>
              <a:spcAft>
                <a:spcPts val="0"/>
              </a:spcAft>
              <a:buClr>
                <a:srgbClr val="17365D"/>
              </a:buClr>
              <a:buSzPts val="2000"/>
              <a:buNone/>
              <a:defRPr sz="2000" b="1">
                <a:solidFill>
                  <a:srgbClr val="17365D"/>
                </a:solidFill>
              </a:defRPr>
            </a:lvl1pPr>
            <a:lvl2pPr lvl="1" algn="ctr" rtl="0">
              <a:spcBef>
                <a:spcPts val="400"/>
              </a:spcBef>
              <a:spcAft>
                <a:spcPts val="0"/>
              </a:spcAft>
              <a:buClr>
                <a:srgbClr val="888888"/>
              </a:buClr>
              <a:buSzPts val="2000"/>
              <a:buNone/>
              <a:defRPr>
                <a:solidFill>
                  <a:srgbClr val="888888"/>
                </a:solidFill>
              </a:defRPr>
            </a:lvl2pPr>
            <a:lvl3pPr lvl="2" algn="ctr" rtl="0">
              <a:spcBef>
                <a:spcPts val="360"/>
              </a:spcBef>
              <a:spcAft>
                <a:spcPts val="0"/>
              </a:spcAft>
              <a:buClr>
                <a:srgbClr val="888888"/>
              </a:buClr>
              <a:buSzPts val="1800"/>
              <a:buNone/>
              <a:defRPr>
                <a:solidFill>
                  <a:srgbClr val="888888"/>
                </a:solidFill>
              </a:defRPr>
            </a:lvl3pPr>
            <a:lvl4pPr lvl="3" algn="ctr" rtl="0">
              <a:spcBef>
                <a:spcPts val="320"/>
              </a:spcBef>
              <a:spcAft>
                <a:spcPts val="0"/>
              </a:spcAft>
              <a:buClr>
                <a:srgbClr val="888888"/>
              </a:buClr>
              <a:buSzPts val="1600"/>
              <a:buNone/>
              <a:defRPr>
                <a:solidFill>
                  <a:srgbClr val="888888"/>
                </a:solidFill>
              </a:defRPr>
            </a:lvl4pPr>
            <a:lvl5pPr lvl="4" algn="ctr" rtl="0">
              <a:spcBef>
                <a:spcPts val="320"/>
              </a:spcBef>
              <a:spcAft>
                <a:spcPts val="0"/>
              </a:spcAft>
              <a:buClr>
                <a:srgbClr val="888888"/>
              </a:buClr>
              <a:buSzPts val="1600"/>
              <a:buNone/>
              <a:defRPr>
                <a:solidFill>
                  <a:srgbClr val="888888"/>
                </a:solidFill>
              </a:defRPr>
            </a:lvl5pPr>
            <a:lvl6pPr lvl="5" algn="ctr" rtl="0">
              <a:spcBef>
                <a:spcPts val="400"/>
              </a:spcBef>
              <a:spcAft>
                <a:spcPts val="0"/>
              </a:spcAft>
              <a:buClr>
                <a:srgbClr val="888888"/>
              </a:buClr>
              <a:buSzPts val="2000"/>
              <a:buNone/>
              <a:defRPr>
                <a:solidFill>
                  <a:srgbClr val="888888"/>
                </a:solidFill>
              </a:defRPr>
            </a:lvl6pPr>
            <a:lvl7pPr lvl="6" algn="ctr" rtl="0">
              <a:spcBef>
                <a:spcPts val="400"/>
              </a:spcBef>
              <a:spcAft>
                <a:spcPts val="0"/>
              </a:spcAft>
              <a:buClr>
                <a:srgbClr val="888888"/>
              </a:buClr>
              <a:buSzPts val="2000"/>
              <a:buNone/>
              <a:defRPr>
                <a:solidFill>
                  <a:srgbClr val="888888"/>
                </a:solidFill>
              </a:defRPr>
            </a:lvl7pPr>
            <a:lvl8pPr lvl="7" algn="ctr" rtl="0">
              <a:spcBef>
                <a:spcPts val="400"/>
              </a:spcBef>
              <a:spcAft>
                <a:spcPts val="0"/>
              </a:spcAft>
              <a:buClr>
                <a:srgbClr val="888888"/>
              </a:buClr>
              <a:buSzPts val="2000"/>
              <a:buNone/>
              <a:defRPr>
                <a:solidFill>
                  <a:srgbClr val="888888"/>
                </a:solidFill>
              </a:defRPr>
            </a:lvl8pPr>
            <a:lvl9pPr lvl="8" algn="ctr" rtl="0">
              <a:spcBef>
                <a:spcPts val="400"/>
              </a:spcBef>
              <a:spcAft>
                <a:spcPts val="0"/>
              </a:spcAft>
              <a:buClr>
                <a:srgbClr val="888888"/>
              </a:buClr>
              <a:buSzPts val="2000"/>
              <a:buNone/>
              <a:defRPr>
                <a:solidFill>
                  <a:srgbClr val="888888"/>
                </a:solidFill>
              </a:defRPr>
            </a:lvl9pPr>
          </a:lstStyle>
          <a:p>
            <a:endParaRPr/>
          </a:p>
        </p:txBody>
      </p:sp>
      <p:sp>
        <p:nvSpPr>
          <p:cNvPr id="16" name="Google Shape;16;p2"/>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7" name="Google Shape;17;p2"/>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8" name="Google Shape;18;p2"/>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3"/>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17365D"/>
              </a:buClr>
              <a:buSzPts val="2800"/>
              <a:buFont typeface="Verdana"/>
              <a:buNone/>
              <a:defRPr>
                <a:solidFill>
                  <a:srgbClr val="17365D"/>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1" name="Google Shape;21;p3"/>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a:solidFill>
                  <a:schemeClr val="dk1"/>
                </a:solidFill>
              </a:defRPr>
            </a:lvl1pPr>
            <a:lvl2pPr marL="914400" lvl="1" indent="-355600" algn="l" rtl="0">
              <a:spcBef>
                <a:spcPts val="400"/>
              </a:spcBef>
              <a:spcAft>
                <a:spcPts val="0"/>
              </a:spcAft>
              <a:buClr>
                <a:schemeClr val="dk1"/>
              </a:buClr>
              <a:buSzPts val="2000"/>
              <a:buChar char="–"/>
              <a:defRPr>
                <a:solidFill>
                  <a:schemeClr val="dk1"/>
                </a:solidFill>
              </a:defRPr>
            </a:lvl2pPr>
            <a:lvl3pPr marL="1371600" lvl="2" indent="-342900" algn="l" rtl="0">
              <a:spcBef>
                <a:spcPts val="360"/>
              </a:spcBef>
              <a:spcAft>
                <a:spcPts val="0"/>
              </a:spcAft>
              <a:buClr>
                <a:schemeClr val="dk1"/>
              </a:buClr>
              <a:buSzPts val="1800"/>
              <a:buChar char="•"/>
              <a:defRPr>
                <a:solidFill>
                  <a:schemeClr val="dk1"/>
                </a:solidFill>
              </a:defRPr>
            </a:lvl3pPr>
            <a:lvl4pPr marL="1828800" lvl="3" indent="-330200" algn="l" rtl="0">
              <a:spcBef>
                <a:spcPts val="320"/>
              </a:spcBef>
              <a:spcAft>
                <a:spcPts val="0"/>
              </a:spcAft>
              <a:buClr>
                <a:schemeClr val="dk1"/>
              </a:buClr>
              <a:buSzPts val="1600"/>
              <a:buChar char="–"/>
              <a:defRPr>
                <a:solidFill>
                  <a:schemeClr val="dk1"/>
                </a:solidFill>
              </a:defRPr>
            </a:lvl4pPr>
            <a:lvl5pPr marL="2286000" lvl="4" indent="-330200" algn="l" rtl="0">
              <a:spcBef>
                <a:spcPts val="320"/>
              </a:spcBef>
              <a:spcAft>
                <a:spcPts val="0"/>
              </a:spcAft>
              <a:buClr>
                <a:schemeClr val="dk1"/>
              </a:buClr>
              <a:buSzPts val="1600"/>
              <a:buChar char="»"/>
              <a:defRPr>
                <a:solidFill>
                  <a:schemeClr val="dk1"/>
                </a:solidFill>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22" name="Google Shape;22;p3"/>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4" name="Google Shape;24;p3"/>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963084" y="4406903"/>
            <a:ext cx="10363200" cy="1362000"/>
          </a:xfrm>
          <a:prstGeom prst="rect">
            <a:avLst/>
          </a:prstGeom>
          <a:noFill/>
          <a:ln>
            <a:noFill/>
          </a:ln>
        </p:spPr>
        <p:txBody>
          <a:bodyPr spcFirstLastPara="1" wrap="square" lIns="91425" tIns="45700" rIns="91425" bIns="45700" anchor="t" anchorCtr="0">
            <a:noAutofit/>
          </a:bodyPr>
          <a:lstStyle>
            <a:lvl1pPr lvl="0" algn="l" rtl="0">
              <a:spcBef>
                <a:spcPts val="0"/>
              </a:spcBef>
              <a:spcAft>
                <a:spcPts val="0"/>
              </a:spcAft>
              <a:buClr>
                <a:srgbClr val="FF0000"/>
              </a:buClr>
              <a:buSzPts val="4000"/>
              <a:buFont typeface="Verdana"/>
              <a:buNone/>
              <a:defRPr sz="4000" b="1" cap="none"/>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7" name="Google Shape;27;p4"/>
          <p:cNvSpPr txBox="1">
            <a:spLocks noGrp="1"/>
          </p:cNvSpPr>
          <p:nvPr>
            <p:ph type="body" idx="1"/>
          </p:nvPr>
        </p:nvSpPr>
        <p:spPr>
          <a:xfrm>
            <a:off x="963084" y="2906713"/>
            <a:ext cx="10363200" cy="1500300"/>
          </a:xfrm>
          <a:prstGeom prst="rect">
            <a:avLst/>
          </a:prstGeom>
          <a:noFill/>
          <a:ln>
            <a:noFill/>
          </a:ln>
        </p:spPr>
        <p:txBody>
          <a:bodyPr spcFirstLastPara="1" wrap="square" lIns="91425" tIns="45700" rIns="91425" bIns="45700" anchor="b" anchorCtr="0">
            <a:normAutofit/>
          </a:bodyPr>
          <a:lstStyle>
            <a:lvl1pPr marL="457200" lvl="0" indent="-228600" algn="l" rtl="0">
              <a:spcBef>
                <a:spcPts val="400"/>
              </a:spcBef>
              <a:spcAft>
                <a:spcPts val="0"/>
              </a:spcAft>
              <a:buClr>
                <a:srgbClr val="888888"/>
              </a:buClr>
              <a:buSzPts val="2000"/>
              <a:buNone/>
              <a:defRPr sz="2000">
                <a:solidFill>
                  <a:srgbClr val="888888"/>
                </a:solidFill>
              </a:defRPr>
            </a:lvl1pPr>
            <a:lvl2pPr marL="914400" lvl="1" indent="-228600" algn="l" rtl="0">
              <a:spcBef>
                <a:spcPts val="360"/>
              </a:spcBef>
              <a:spcAft>
                <a:spcPts val="0"/>
              </a:spcAft>
              <a:buClr>
                <a:srgbClr val="888888"/>
              </a:buClr>
              <a:buSzPts val="1800"/>
              <a:buNone/>
              <a:defRPr sz="1800">
                <a:solidFill>
                  <a:srgbClr val="888888"/>
                </a:solidFill>
              </a:defRPr>
            </a:lvl2pPr>
            <a:lvl3pPr marL="1371600" lvl="2" indent="-228600" algn="l" rtl="0">
              <a:spcBef>
                <a:spcPts val="320"/>
              </a:spcBef>
              <a:spcAft>
                <a:spcPts val="0"/>
              </a:spcAft>
              <a:buClr>
                <a:srgbClr val="888888"/>
              </a:buClr>
              <a:buSzPts val="1600"/>
              <a:buNone/>
              <a:defRPr sz="1600">
                <a:solidFill>
                  <a:srgbClr val="888888"/>
                </a:solidFill>
              </a:defRPr>
            </a:lvl3pPr>
            <a:lvl4pPr marL="1828800" lvl="3" indent="-228600" algn="l" rtl="0">
              <a:spcBef>
                <a:spcPts val="280"/>
              </a:spcBef>
              <a:spcAft>
                <a:spcPts val="0"/>
              </a:spcAft>
              <a:buClr>
                <a:srgbClr val="888888"/>
              </a:buClr>
              <a:buSzPts val="1400"/>
              <a:buNone/>
              <a:defRPr sz="1400">
                <a:solidFill>
                  <a:srgbClr val="888888"/>
                </a:solidFill>
              </a:defRPr>
            </a:lvl4pPr>
            <a:lvl5pPr marL="2286000" lvl="4" indent="-228600" algn="l" rtl="0">
              <a:spcBef>
                <a:spcPts val="280"/>
              </a:spcBef>
              <a:spcAft>
                <a:spcPts val="0"/>
              </a:spcAft>
              <a:buClr>
                <a:srgbClr val="888888"/>
              </a:buClr>
              <a:buSzPts val="1400"/>
              <a:buNone/>
              <a:defRPr sz="1400">
                <a:solidFill>
                  <a:srgbClr val="888888"/>
                </a:solidFill>
              </a:defRPr>
            </a:lvl5pPr>
            <a:lvl6pPr marL="2743200" lvl="5" indent="-228600" algn="l" rtl="0">
              <a:spcBef>
                <a:spcPts val="280"/>
              </a:spcBef>
              <a:spcAft>
                <a:spcPts val="0"/>
              </a:spcAft>
              <a:buClr>
                <a:srgbClr val="888888"/>
              </a:buClr>
              <a:buSzPts val="1400"/>
              <a:buNone/>
              <a:defRPr sz="1400">
                <a:solidFill>
                  <a:srgbClr val="888888"/>
                </a:solidFill>
              </a:defRPr>
            </a:lvl6pPr>
            <a:lvl7pPr marL="3200400" lvl="6" indent="-228600" algn="l" rtl="0">
              <a:spcBef>
                <a:spcPts val="280"/>
              </a:spcBef>
              <a:spcAft>
                <a:spcPts val="0"/>
              </a:spcAft>
              <a:buClr>
                <a:srgbClr val="888888"/>
              </a:buClr>
              <a:buSzPts val="1400"/>
              <a:buNone/>
              <a:defRPr sz="1400">
                <a:solidFill>
                  <a:srgbClr val="888888"/>
                </a:solidFill>
              </a:defRPr>
            </a:lvl7pPr>
            <a:lvl8pPr marL="3657600" lvl="7" indent="-228600" algn="l" rtl="0">
              <a:spcBef>
                <a:spcPts val="280"/>
              </a:spcBef>
              <a:spcAft>
                <a:spcPts val="0"/>
              </a:spcAft>
              <a:buClr>
                <a:srgbClr val="888888"/>
              </a:buClr>
              <a:buSzPts val="1400"/>
              <a:buNone/>
              <a:defRPr sz="1400">
                <a:solidFill>
                  <a:srgbClr val="888888"/>
                </a:solidFill>
              </a:defRPr>
            </a:lvl8pPr>
            <a:lvl9pPr marL="4114800" lvl="8" indent="-228600" algn="l" rtl="0">
              <a:spcBef>
                <a:spcPts val="280"/>
              </a:spcBef>
              <a:spcAft>
                <a:spcPts val="0"/>
              </a:spcAft>
              <a:buClr>
                <a:srgbClr val="888888"/>
              </a:buClr>
              <a:buSzPts val="1400"/>
              <a:buNone/>
              <a:defRPr sz="1400">
                <a:solidFill>
                  <a:srgbClr val="888888"/>
                </a:solidFill>
              </a:defRPr>
            </a:lvl9pPr>
          </a:lstStyle>
          <a:p>
            <a:endParaRPr/>
          </a:p>
        </p:txBody>
      </p:sp>
      <p:sp>
        <p:nvSpPr>
          <p:cNvPr id="28" name="Google Shape;28;p4"/>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2800"/>
              <a:buFont typeface="Verdana"/>
              <a:buNone/>
              <a:defRPr>
                <a:solidFill>
                  <a:srgbClr val="FF0000"/>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609600" y="1600203"/>
            <a:ext cx="5384700" cy="4526100"/>
          </a:xfrm>
          <a:prstGeom prst="rect">
            <a:avLst/>
          </a:prstGeom>
          <a:noFill/>
          <a:ln>
            <a:noFill/>
          </a:ln>
        </p:spPr>
        <p:txBody>
          <a:bodyPr spcFirstLastPara="1" wrap="square" lIns="91425" tIns="45700" rIns="91425" bIns="45700" anchor="t" anchorCtr="0">
            <a:normAutofit/>
          </a:bodyPr>
          <a:lstStyle>
            <a:lvl1pPr marL="457200" lvl="0" indent="-406400" algn="l" rtl="0">
              <a:spcBef>
                <a:spcPts val="560"/>
              </a:spcBef>
              <a:spcAft>
                <a:spcPts val="0"/>
              </a:spcAft>
              <a:buClr>
                <a:schemeClr val="dk1"/>
              </a:buClr>
              <a:buSzPts val="2800"/>
              <a:buChar char="•"/>
              <a:defRPr sz="2800"/>
            </a:lvl1pPr>
            <a:lvl2pPr marL="914400" lvl="1" indent="-381000" algn="l" rtl="0">
              <a:spcBef>
                <a:spcPts val="480"/>
              </a:spcBef>
              <a:spcAft>
                <a:spcPts val="0"/>
              </a:spcAft>
              <a:buClr>
                <a:schemeClr val="dk1"/>
              </a:buClr>
              <a:buSzPts val="2400"/>
              <a:buChar char="–"/>
              <a:defRPr sz="2400"/>
            </a:lvl2pPr>
            <a:lvl3pPr marL="1371600" lvl="2" indent="-355600" algn="l" rtl="0">
              <a:spcBef>
                <a:spcPts val="400"/>
              </a:spcBef>
              <a:spcAft>
                <a:spcPts val="0"/>
              </a:spcAft>
              <a:buClr>
                <a:schemeClr val="dk1"/>
              </a:buClr>
              <a:buSzPts val="2000"/>
              <a:buChar char="•"/>
              <a:defRPr sz="2000"/>
            </a:lvl3pPr>
            <a:lvl4pPr marL="1828800" lvl="3" indent="-342900" algn="l" rtl="0">
              <a:spcBef>
                <a:spcPts val="360"/>
              </a:spcBef>
              <a:spcAft>
                <a:spcPts val="0"/>
              </a:spcAft>
              <a:buClr>
                <a:schemeClr val="dk1"/>
              </a:buClr>
              <a:buSzPts val="1800"/>
              <a:buChar char="–"/>
              <a:defRPr sz="1800"/>
            </a:lvl4pPr>
            <a:lvl5pPr marL="2286000" lvl="4" indent="-342900" algn="l" rtl="0">
              <a:spcBef>
                <a:spcPts val="360"/>
              </a:spcBef>
              <a:spcAft>
                <a:spcPts val="0"/>
              </a:spcAft>
              <a:buClr>
                <a:schemeClr val="dk1"/>
              </a:buClr>
              <a:buSzPts val="1800"/>
              <a:buChar char="»"/>
              <a:defRPr sz="1800"/>
            </a:lvl5pPr>
            <a:lvl6pPr marL="2743200" lvl="5" indent="-342900" algn="l" rtl="0">
              <a:spcBef>
                <a:spcPts val="360"/>
              </a:spcBef>
              <a:spcAft>
                <a:spcPts val="0"/>
              </a:spcAft>
              <a:buClr>
                <a:schemeClr val="dk1"/>
              </a:buClr>
              <a:buSzPts val="1800"/>
              <a:buChar char="•"/>
              <a:defRPr sz="1800"/>
            </a:lvl6pPr>
            <a:lvl7pPr marL="3200400" lvl="6" indent="-342900" algn="l" rtl="0">
              <a:spcBef>
                <a:spcPts val="360"/>
              </a:spcBef>
              <a:spcAft>
                <a:spcPts val="0"/>
              </a:spcAft>
              <a:buClr>
                <a:schemeClr val="dk1"/>
              </a:buClr>
              <a:buSzPts val="1800"/>
              <a:buChar char="•"/>
              <a:defRPr sz="1800"/>
            </a:lvl7pPr>
            <a:lvl8pPr marL="3657600" lvl="7" indent="-342900" algn="l" rtl="0">
              <a:spcBef>
                <a:spcPts val="360"/>
              </a:spcBef>
              <a:spcAft>
                <a:spcPts val="0"/>
              </a:spcAft>
              <a:buClr>
                <a:schemeClr val="dk1"/>
              </a:buClr>
              <a:buSzPts val="1800"/>
              <a:buChar char="•"/>
              <a:defRPr sz="1800"/>
            </a:lvl8pPr>
            <a:lvl9pPr marL="4114800" lvl="8" indent="-342900" algn="l" rtl="0">
              <a:spcBef>
                <a:spcPts val="360"/>
              </a:spcBef>
              <a:spcAft>
                <a:spcPts val="0"/>
              </a:spcAft>
              <a:buClr>
                <a:schemeClr val="dk1"/>
              </a:buClr>
              <a:buSzPts val="1800"/>
              <a:buChar char="•"/>
              <a:defRPr sz="1800"/>
            </a:lvl9pPr>
          </a:lstStyle>
          <a:p>
            <a:endParaRPr/>
          </a:p>
        </p:txBody>
      </p:sp>
      <p:sp>
        <p:nvSpPr>
          <p:cNvPr id="34" name="Google Shape;34;p5"/>
          <p:cNvSpPr txBox="1">
            <a:spLocks noGrp="1"/>
          </p:cNvSpPr>
          <p:nvPr>
            <p:ph type="body" idx="2"/>
          </p:nvPr>
        </p:nvSpPr>
        <p:spPr>
          <a:xfrm>
            <a:off x="6197600" y="1600203"/>
            <a:ext cx="5384700" cy="4526100"/>
          </a:xfrm>
          <a:prstGeom prst="rect">
            <a:avLst/>
          </a:prstGeom>
          <a:noFill/>
          <a:ln>
            <a:noFill/>
          </a:ln>
        </p:spPr>
        <p:txBody>
          <a:bodyPr spcFirstLastPara="1" wrap="square" lIns="91425" tIns="45700" rIns="91425" bIns="45700" anchor="t" anchorCtr="0">
            <a:normAutofit/>
          </a:bodyPr>
          <a:lstStyle>
            <a:lvl1pPr marL="457200" lvl="0" indent="-406400" algn="l" rtl="0">
              <a:spcBef>
                <a:spcPts val="560"/>
              </a:spcBef>
              <a:spcAft>
                <a:spcPts val="0"/>
              </a:spcAft>
              <a:buClr>
                <a:schemeClr val="dk1"/>
              </a:buClr>
              <a:buSzPts val="2800"/>
              <a:buChar char="•"/>
              <a:defRPr sz="2800"/>
            </a:lvl1pPr>
            <a:lvl2pPr marL="914400" lvl="1" indent="-381000" algn="l" rtl="0">
              <a:spcBef>
                <a:spcPts val="480"/>
              </a:spcBef>
              <a:spcAft>
                <a:spcPts val="0"/>
              </a:spcAft>
              <a:buClr>
                <a:schemeClr val="dk1"/>
              </a:buClr>
              <a:buSzPts val="2400"/>
              <a:buChar char="–"/>
              <a:defRPr sz="2400"/>
            </a:lvl2pPr>
            <a:lvl3pPr marL="1371600" lvl="2" indent="-355600" algn="l" rtl="0">
              <a:spcBef>
                <a:spcPts val="400"/>
              </a:spcBef>
              <a:spcAft>
                <a:spcPts val="0"/>
              </a:spcAft>
              <a:buClr>
                <a:schemeClr val="dk1"/>
              </a:buClr>
              <a:buSzPts val="2000"/>
              <a:buChar char="•"/>
              <a:defRPr sz="2000"/>
            </a:lvl3pPr>
            <a:lvl4pPr marL="1828800" lvl="3" indent="-342900" algn="l" rtl="0">
              <a:spcBef>
                <a:spcPts val="360"/>
              </a:spcBef>
              <a:spcAft>
                <a:spcPts val="0"/>
              </a:spcAft>
              <a:buClr>
                <a:schemeClr val="dk1"/>
              </a:buClr>
              <a:buSzPts val="1800"/>
              <a:buChar char="–"/>
              <a:defRPr sz="1800"/>
            </a:lvl4pPr>
            <a:lvl5pPr marL="2286000" lvl="4" indent="-342900" algn="l" rtl="0">
              <a:spcBef>
                <a:spcPts val="360"/>
              </a:spcBef>
              <a:spcAft>
                <a:spcPts val="0"/>
              </a:spcAft>
              <a:buClr>
                <a:schemeClr val="dk1"/>
              </a:buClr>
              <a:buSzPts val="1800"/>
              <a:buChar char="»"/>
              <a:defRPr sz="1800"/>
            </a:lvl5pPr>
            <a:lvl6pPr marL="2743200" lvl="5" indent="-342900" algn="l" rtl="0">
              <a:spcBef>
                <a:spcPts val="360"/>
              </a:spcBef>
              <a:spcAft>
                <a:spcPts val="0"/>
              </a:spcAft>
              <a:buClr>
                <a:schemeClr val="dk1"/>
              </a:buClr>
              <a:buSzPts val="1800"/>
              <a:buChar char="•"/>
              <a:defRPr sz="1800"/>
            </a:lvl6pPr>
            <a:lvl7pPr marL="3200400" lvl="6" indent="-342900" algn="l" rtl="0">
              <a:spcBef>
                <a:spcPts val="360"/>
              </a:spcBef>
              <a:spcAft>
                <a:spcPts val="0"/>
              </a:spcAft>
              <a:buClr>
                <a:schemeClr val="dk1"/>
              </a:buClr>
              <a:buSzPts val="1800"/>
              <a:buChar char="•"/>
              <a:defRPr sz="1800"/>
            </a:lvl7pPr>
            <a:lvl8pPr marL="3657600" lvl="7" indent="-342900" algn="l" rtl="0">
              <a:spcBef>
                <a:spcPts val="360"/>
              </a:spcBef>
              <a:spcAft>
                <a:spcPts val="0"/>
              </a:spcAft>
              <a:buClr>
                <a:schemeClr val="dk1"/>
              </a:buClr>
              <a:buSzPts val="1800"/>
              <a:buChar char="•"/>
              <a:defRPr sz="1800"/>
            </a:lvl8pPr>
            <a:lvl9pPr marL="4114800" lvl="8" indent="-342900" algn="l" rtl="0">
              <a:spcBef>
                <a:spcPts val="360"/>
              </a:spcBef>
              <a:spcAft>
                <a:spcPts val="0"/>
              </a:spcAft>
              <a:buClr>
                <a:schemeClr val="dk1"/>
              </a:buClr>
              <a:buSzPts val="1800"/>
              <a:buChar char="•"/>
              <a:defRPr sz="1800"/>
            </a:lvl9pPr>
          </a:lstStyle>
          <a:p>
            <a:endParaRPr/>
          </a:p>
        </p:txBody>
      </p:sp>
      <p:sp>
        <p:nvSpPr>
          <p:cNvPr id="35" name="Google Shape;35;p5"/>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36" name="Google Shape;36;p5"/>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37" name="Google Shape;37;p5"/>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6"/>
          <p:cNvSpPr txBox="1">
            <a:spLocks noGrp="1"/>
          </p:cNvSpPr>
          <p:nvPr>
            <p:ph type="title"/>
          </p:nvPr>
        </p:nvSpPr>
        <p:spPr>
          <a:xfrm>
            <a:off x="859368" y="304800"/>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2800"/>
              <a:buFont typeface="Verdana"/>
              <a:buNone/>
              <a:defRPr>
                <a:solidFill>
                  <a:srgbClr val="FF0000"/>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0" name="Google Shape;40;p6"/>
          <p:cNvSpPr txBox="1">
            <a:spLocks noGrp="1"/>
          </p:cNvSpPr>
          <p:nvPr>
            <p:ph type="body" idx="1"/>
          </p:nvPr>
        </p:nvSpPr>
        <p:spPr>
          <a:xfrm>
            <a:off x="609600" y="1535113"/>
            <a:ext cx="5386800" cy="639900"/>
          </a:xfrm>
          <a:prstGeom prst="rect">
            <a:avLst/>
          </a:prstGeom>
          <a:noFill/>
          <a:ln>
            <a:noFill/>
          </a:ln>
        </p:spPr>
        <p:txBody>
          <a:bodyPr spcFirstLastPara="1" wrap="square" lIns="91425" tIns="45700" rIns="91425" bIns="45700" anchor="b" anchorCtr="0">
            <a:normAutofit/>
          </a:bodyPr>
          <a:lstStyle>
            <a:lvl1pPr marL="457200" lvl="0" indent="-228600" algn="l" rtl="0">
              <a:spcBef>
                <a:spcPts val="480"/>
              </a:spcBef>
              <a:spcAft>
                <a:spcPts val="0"/>
              </a:spcAft>
              <a:buClr>
                <a:schemeClr val="dk1"/>
              </a:buClr>
              <a:buSzPts val="2400"/>
              <a:buNone/>
              <a:defRPr sz="2400" b="1"/>
            </a:lvl1pPr>
            <a:lvl2pPr marL="914400" lvl="1" indent="-228600" algn="l" rtl="0">
              <a:spcBef>
                <a:spcPts val="400"/>
              </a:spcBef>
              <a:spcAft>
                <a:spcPts val="0"/>
              </a:spcAft>
              <a:buClr>
                <a:schemeClr val="dk1"/>
              </a:buClr>
              <a:buSzPts val="2000"/>
              <a:buNone/>
              <a:defRPr sz="2000" b="1"/>
            </a:lvl2pPr>
            <a:lvl3pPr marL="1371600" lvl="2" indent="-228600" algn="l" rtl="0">
              <a:spcBef>
                <a:spcPts val="360"/>
              </a:spcBef>
              <a:spcAft>
                <a:spcPts val="0"/>
              </a:spcAft>
              <a:buClr>
                <a:schemeClr val="dk1"/>
              </a:buClr>
              <a:buSzPts val="1800"/>
              <a:buNone/>
              <a:defRPr sz="1800" b="1"/>
            </a:lvl3pPr>
            <a:lvl4pPr marL="1828800" lvl="3" indent="-228600" algn="l" rtl="0">
              <a:spcBef>
                <a:spcPts val="320"/>
              </a:spcBef>
              <a:spcAft>
                <a:spcPts val="0"/>
              </a:spcAft>
              <a:buClr>
                <a:schemeClr val="dk1"/>
              </a:buClr>
              <a:buSzPts val="1600"/>
              <a:buNone/>
              <a:defRPr sz="1600" b="1"/>
            </a:lvl4pPr>
            <a:lvl5pPr marL="2286000" lvl="4" indent="-228600" algn="l" rtl="0">
              <a:spcBef>
                <a:spcPts val="320"/>
              </a:spcBef>
              <a:spcAft>
                <a:spcPts val="0"/>
              </a:spcAft>
              <a:buClr>
                <a:schemeClr val="dk1"/>
              </a:buClr>
              <a:buSzPts val="1600"/>
              <a:buNone/>
              <a:defRPr sz="1600" b="1"/>
            </a:lvl5pPr>
            <a:lvl6pPr marL="2743200" lvl="5" indent="-228600" algn="l" rtl="0">
              <a:spcBef>
                <a:spcPts val="320"/>
              </a:spcBef>
              <a:spcAft>
                <a:spcPts val="0"/>
              </a:spcAft>
              <a:buClr>
                <a:schemeClr val="dk1"/>
              </a:buClr>
              <a:buSzPts val="1600"/>
              <a:buNone/>
              <a:defRPr sz="1600" b="1"/>
            </a:lvl6pPr>
            <a:lvl7pPr marL="3200400" lvl="6" indent="-228600" algn="l" rtl="0">
              <a:spcBef>
                <a:spcPts val="320"/>
              </a:spcBef>
              <a:spcAft>
                <a:spcPts val="0"/>
              </a:spcAft>
              <a:buClr>
                <a:schemeClr val="dk1"/>
              </a:buClr>
              <a:buSzPts val="1600"/>
              <a:buNone/>
              <a:defRPr sz="1600" b="1"/>
            </a:lvl7pPr>
            <a:lvl8pPr marL="3657600" lvl="7" indent="-228600" algn="l" rtl="0">
              <a:spcBef>
                <a:spcPts val="320"/>
              </a:spcBef>
              <a:spcAft>
                <a:spcPts val="0"/>
              </a:spcAft>
              <a:buClr>
                <a:schemeClr val="dk1"/>
              </a:buClr>
              <a:buSzPts val="1600"/>
              <a:buNone/>
              <a:defRPr sz="1600" b="1"/>
            </a:lvl8pPr>
            <a:lvl9pPr marL="4114800" lvl="8" indent="-228600" algn="l" rtl="0">
              <a:spcBef>
                <a:spcPts val="320"/>
              </a:spcBef>
              <a:spcAft>
                <a:spcPts val="0"/>
              </a:spcAft>
              <a:buClr>
                <a:schemeClr val="dk1"/>
              </a:buClr>
              <a:buSzPts val="1600"/>
              <a:buNone/>
              <a:defRPr sz="1600" b="1"/>
            </a:lvl9pPr>
          </a:lstStyle>
          <a:p>
            <a:endParaRPr/>
          </a:p>
        </p:txBody>
      </p:sp>
      <p:sp>
        <p:nvSpPr>
          <p:cNvPr id="41" name="Google Shape;41;p6"/>
          <p:cNvSpPr txBox="1">
            <a:spLocks noGrp="1"/>
          </p:cNvSpPr>
          <p:nvPr>
            <p:ph type="body" idx="2"/>
          </p:nvPr>
        </p:nvSpPr>
        <p:spPr>
          <a:xfrm>
            <a:off x="609600" y="2174875"/>
            <a:ext cx="5386800" cy="39513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sz="2400"/>
            </a:lvl1pPr>
            <a:lvl2pPr marL="914400" lvl="1" indent="-355600" algn="l" rtl="0">
              <a:spcBef>
                <a:spcPts val="400"/>
              </a:spcBef>
              <a:spcAft>
                <a:spcPts val="0"/>
              </a:spcAft>
              <a:buClr>
                <a:schemeClr val="dk1"/>
              </a:buClr>
              <a:buSzPts val="2000"/>
              <a:buChar char="–"/>
              <a:defRPr sz="2000"/>
            </a:lvl2pPr>
            <a:lvl3pPr marL="1371600" lvl="2" indent="-342900" algn="l" rtl="0">
              <a:spcBef>
                <a:spcPts val="360"/>
              </a:spcBef>
              <a:spcAft>
                <a:spcPts val="0"/>
              </a:spcAft>
              <a:buClr>
                <a:schemeClr val="dk1"/>
              </a:buClr>
              <a:buSzPts val="1800"/>
              <a:buChar char="•"/>
              <a:defRPr sz="1800"/>
            </a:lvl3pPr>
            <a:lvl4pPr marL="1828800" lvl="3" indent="-330200" algn="l" rtl="0">
              <a:spcBef>
                <a:spcPts val="320"/>
              </a:spcBef>
              <a:spcAft>
                <a:spcPts val="0"/>
              </a:spcAft>
              <a:buClr>
                <a:schemeClr val="dk1"/>
              </a:buClr>
              <a:buSzPts val="1600"/>
              <a:buChar char="–"/>
              <a:defRPr sz="1600"/>
            </a:lvl4pPr>
            <a:lvl5pPr marL="2286000" lvl="4" indent="-330200" algn="l" rtl="0">
              <a:spcBef>
                <a:spcPts val="320"/>
              </a:spcBef>
              <a:spcAft>
                <a:spcPts val="0"/>
              </a:spcAft>
              <a:buClr>
                <a:schemeClr val="dk1"/>
              </a:buClr>
              <a:buSzPts val="1600"/>
              <a:buChar char="»"/>
              <a:defRPr sz="1600"/>
            </a:lvl5pPr>
            <a:lvl6pPr marL="2743200" lvl="5" indent="-330200" algn="l" rtl="0">
              <a:spcBef>
                <a:spcPts val="320"/>
              </a:spcBef>
              <a:spcAft>
                <a:spcPts val="0"/>
              </a:spcAft>
              <a:buClr>
                <a:schemeClr val="dk1"/>
              </a:buClr>
              <a:buSzPts val="1600"/>
              <a:buChar char="•"/>
              <a:defRPr sz="1600"/>
            </a:lvl6pPr>
            <a:lvl7pPr marL="3200400" lvl="6" indent="-330200" algn="l" rtl="0">
              <a:spcBef>
                <a:spcPts val="320"/>
              </a:spcBef>
              <a:spcAft>
                <a:spcPts val="0"/>
              </a:spcAft>
              <a:buClr>
                <a:schemeClr val="dk1"/>
              </a:buClr>
              <a:buSzPts val="1600"/>
              <a:buChar char="•"/>
              <a:defRPr sz="1600"/>
            </a:lvl7pPr>
            <a:lvl8pPr marL="3657600" lvl="7" indent="-330200" algn="l" rtl="0">
              <a:spcBef>
                <a:spcPts val="320"/>
              </a:spcBef>
              <a:spcAft>
                <a:spcPts val="0"/>
              </a:spcAft>
              <a:buClr>
                <a:schemeClr val="dk1"/>
              </a:buClr>
              <a:buSzPts val="1600"/>
              <a:buChar char="•"/>
              <a:defRPr sz="1600"/>
            </a:lvl8pPr>
            <a:lvl9pPr marL="4114800" lvl="8" indent="-330200" algn="l" rtl="0">
              <a:spcBef>
                <a:spcPts val="320"/>
              </a:spcBef>
              <a:spcAft>
                <a:spcPts val="0"/>
              </a:spcAft>
              <a:buClr>
                <a:schemeClr val="dk1"/>
              </a:buClr>
              <a:buSzPts val="1600"/>
              <a:buChar char="•"/>
              <a:defRPr sz="1600"/>
            </a:lvl9pPr>
          </a:lstStyle>
          <a:p>
            <a:endParaRPr/>
          </a:p>
        </p:txBody>
      </p:sp>
      <p:sp>
        <p:nvSpPr>
          <p:cNvPr id="42" name="Google Shape;42;p6"/>
          <p:cNvSpPr txBox="1">
            <a:spLocks noGrp="1"/>
          </p:cNvSpPr>
          <p:nvPr>
            <p:ph type="body" idx="3"/>
          </p:nvPr>
        </p:nvSpPr>
        <p:spPr>
          <a:xfrm>
            <a:off x="6193369" y="1535113"/>
            <a:ext cx="5388900" cy="639900"/>
          </a:xfrm>
          <a:prstGeom prst="rect">
            <a:avLst/>
          </a:prstGeom>
          <a:noFill/>
          <a:ln>
            <a:noFill/>
          </a:ln>
        </p:spPr>
        <p:txBody>
          <a:bodyPr spcFirstLastPara="1" wrap="square" lIns="91425" tIns="45700" rIns="91425" bIns="45700" anchor="b" anchorCtr="0">
            <a:normAutofit/>
          </a:bodyPr>
          <a:lstStyle>
            <a:lvl1pPr marL="457200" lvl="0" indent="-228600" algn="l" rtl="0">
              <a:spcBef>
                <a:spcPts val="480"/>
              </a:spcBef>
              <a:spcAft>
                <a:spcPts val="0"/>
              </a:spcAft>
              <a:buClr>
                <a:schemeClr val="dk1"/>
              </a:buClr>
              <a:buSzPts val="2400"/>
              <a:buNone/>
              <a:defRPr sz="2400" b="1"/>
            </a:lvl1pPr>
            <a:lvl2pPr marL="914400" lvl="1" indent="-228600" algn="l" rtl="0">
              <a:spcBef>
                <a:spcPts val="400"/>
              </a:spcBef>
              <a:spcAft>
                <a:spcPts val="0"/>
              </a:spcAft>
              <a:buClr>
                <a:schemeClr val="dk1"/>
              </a:buClr>
              <a:buSzPts val="2000"/>
              <a:buNone/>
              <a:defRPr sz="2000" b="1"/>
            </a:lvl2pPr>
            <a:lvl3pPr marL="1371600" lvl="2" indent="-228600" algn="l" rtl="0">
              <a:spcBef>
                <a:spcPts val="360"/>
              </a:spcBef>
              <a:spcAft>
                <a:spcPts val="0"/>
              </a:spcAft>
              <a:buClr>
                <a:schemeClr val="dk1"/>
              </a:buClr>
              <a:buSzPts val="1800"/>
              <a:buNone/>
              <a:defRPr sz="1800" b="1"/>
            </a:lvl3pPr>
            <a:lvl4pPr marL="1828800" lvl="3" indent="-228600" algn="l" rtl="0">
              <a:spcBef>
                <a:spcPts val="320"/>
              </a:spcBef>
              <a:spcAft>
                <a:spcPts val="0"/>
              </a:spcAft>
              <a:buClr>
                <a:schemeClr val="dk1"/>
              </a:buClr>
              <a:buSzPts val="1600"/>
              <a:buNone/>
              <a:defRPr sz="1600" b="1"/>
            </a:lvl4pPr>
            <a:lvl5pPr marL="2286000" lvl="4" indent="-228600" algn="l" rtl="0">
              <a:spcBef>
                <a:spcPts val="320"/>
              </a:spcBef>
              <a:spcAft>
                <a:spcPts val="0"/>
              </a:spcAft>
              <a:buClr>
                <a:schemeClr val="dk1"/>
              </a:buClr>
              <a:buSzPts val="1600"/>
              <a:buNone/>
              <a:defRPr sz="1600" b="1"/>
            </a:lvl5pPr>
            <a:lvl6pPr marL="2743200" lvl="5" indent="-228600" algn="l" rtl="0">
              <a:spcBef>
                <a:spcPts val="320"/>
              </a:spcBef>
              <a:spcAft>
                <a:spcPts val="0"/>
              </a:spcAft>
              <a:buClr>
                <a:schemeClr val="dk1"/>
              </a:buClr>
              <a:buSzPts val="1600"/>
              <a:buNone/>
              <a:defRPr sz="1600" b="1"/>
            </a:lvl6pPr>
            <a:lvl7pPr marL="3200400" lvl="6" indent="-228600" algn="l" rtl="0">
              <a:spcBef>
                <a:spcPts val="320"/>
              </a:spcBef>
              <a:spcAft>
                <a:spcPts val="0"/>
              </a:spcAft>
              <a:buClr>
                <a:schemeClr val="dk1"/>
              </a:buClr>
              <a:buSzPts val="1600"/>
              <a:buNone/>
              <a:defRPr sz="1600" b="1"/>
            </a:lvl7pPr>
            <a:lvl8pPr marL="3657600" lvl="7" indent="-228600" algn="l" rtl="0">
              <a:spcBef>
                <a:spcPts val="320"/>
              </a:spcBef>
              <a:spcAft>
                <a:spcPts val="0"/>
              </a:spcAft>
              <a:buClr>
                <a:schemeClr val="dk1"/>
              </a:buClr>
              <a:buSzPts val="1600"/>
              <a:buNone/>
              <a:defRPr sz="1600" b="1"/>
            </a:lvl8pPr>
            <a:lvl9pPr marL="4114800" lvl="8" indent="-228600" algn="l" rtl="0">
              <a:spcBef>
                <a:spcPts val="320"/>
              </a:spcBef>
              <a:spcAft>
                <a:spcPts val="0"/>
              </a:spcAft>
              <a:buClr>
                <a:schemeClr val="dk1"/>
              </a:buClr>
              <a:buSzPts val="1600"/>
              <a:buNone/>
              <a:defRPr sz="1600" b="1"/>
            </a:lvl9pPr>
          </a:lstStyle>
          <a:p>
            <a:endParaRPr/>
          </a:p>
        </p:txBody>
      </p:sp>
      <p:sp>
        <p:nvSpPr>
          <p:cNvPr id="43" name="Google Shape;43;p6"/>
          <p:cNvSpPr txBox="1">
            <a:spLocks noGrp="1"/>
          </p:cNvSpPr>
          <p:nvPr>
            <p:ph type="body" idx="4"/>
          </p:nvPr>
        </p:nvSpPr>
        <p:spPr>
          <a:xfrm>
            <a:off x="6193369" y="2174875"/>
            <a:ext cx="5388900" cy="39513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sz="2400"/>
            </a:lvl1pPr>
            <a:lvl2pPr marL="914400" lvl="1" indent="-355600" algn="l" rtl="0">
              <a:spcBef>
                <a:spcPts val="400"/>
              </a:spcBef>
              <a:spcAft>
                <a:spcPts val="0"/>
              </a:spcAft>
              <a:buClr>
                <a:schemeClr val="dk1"/>
              </a:buClr>
              <a:buSzPts val="2000"/>
              <a:buChar char="–"/>
              <a:defRPr sz="2000"/>
            </a:lvl2pPr>
            <a:lvl3pPr marL="1371600" lvl="2" indent="-342900" algn="l" rtl="0">
              <a:spcBef>
                <a:spcPts val="360"/>
              </a:spcBef>
              <a:spcAft>
                <a:spcPts val="0"/>
              </a:spcAft>
              <a:buClr>
                <a:schemeClr val="dk1"/>
              </a:buClr>
              <a:buSzPts val="1800"/>
              <a:buChar char="•"/>
              <a:defRPr sz="1800"/>
            </a:lvl3pPr>
            <a:lvl4pPr marL="1828800" lvl="3" indent="-330200" algn="l" rtl="0">
              <a:spcBef>
                <a:spcPts val="320"/>
              </a:spcBef>
              <a:spcAft>
                <a:spcPts val="0"/>
              </a:spcAft>
              <a:buClr>
                <a:schemeClr val="dk1"/>
              </a:buClr>
              <a:buSzPts val="1600"/>
              <a:buChar char="–"/>
              <a:defRPr sz="1600"/>
            </a:lvl4pPr>
            <a:lvl5pPr marL="2286000" lvl="4" indent="-330200" algn="l" rtl="0">
              <a:spcBef>
                <a:spcPts val="320"/>
              </a:spcBef>
              <a:spcAft>
                <a:spcPts val="0"/>
              </a:spcAft>
              <a:buClr>
                <a:schemeClr val="dk1"/>
              </a:buClr>
              <a:buSzPts val="1600"/>
              <a:buChar char="»"/>
              <a:defRPr sz="1600"/>
            </a:lvl5pPr>
            <a:lvl6pPr marL="2743200" lvl="5" indent="-330200" algn="l" rtl="0">
              <a:spcBef>
                <a:spcPts val="320"/>
              </a:spcBef>
              <a:spcAft>
                <a:spcPts val="0"/>
              </a:spcAft>
              <a:buClr>
                <a:schemeClr val="dk1"/>
              </a:buClr>
              <a:buSzPts val="1600"/>
              <a:buChar char="•"/>
              <a:defRPr sz="1600"/>
            </a:lvl6pPr>
            <a:lvl7pPr marL="3200400" lvl="6" indent="-330200" algn="l" rtl="0">
              <a:spcBef>
                <a:spcPts val="320"/>
              </a:spcBef>
              <a:spcAft>
                <a:spcPts val="0"/>
              </a:spcAft>
              <a:buClr>
                <a:schemeClr val="dk1"/>
              </a:buClr>
              <a:buSzPts val="1600"/>
              <a:buChar char="•"/>
              <a:defRPr sz="1600"/>
            </a:lvl7pPr>
            <a:lvl8pPr marL="3657600" lvl="7" indent="-330200" algn="l" rtl="0">
              <a:spcBef>
                <a:spcPts val="320"/>
              </a:spcBef>
              <a:spcAft>
                <a:spcPts val="0"/>
              </a:spcAft>
              <a:buClr>
                <a:schemeClr val="dk1"/>
              </a:buClr>
              <a:buSzPts val="1600"/>
              <a:buChar char="•"/>
              <a:defRPr sz="1600"/>
            </a:lvl8pPr>
            <a:lvl9pPr marL="4114800" lvl="8" indent="-330200" algn="l" rtl="0">
              <a:spcBef>
                <a:spcPts val="320"/>
              </a:spcBef>
              <a:spcAft>
                <a:spcPts val="0"/>
              </a:spcAft>
              <a:buClr>
                <a:schemeClr val="dk1"/>
              </a:buClr>
              <a:buSzPts val="1600"/>
              <a:buChar char="•"/>
              <a:defRPr sz="1600"/>
            </a:lvl9pPr>
          </a:lstStyle>
          <a:p>
            <a:endParaRPr/>
          </a:p>
        </p:txBody>
      </p:sp>
      <p:sp>
        <p:nvSpPr>
          <p:cNvPr id="44" name="Google Shape;44;p6"/>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5" name="Google Shape;45;p6"/>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6" name="Google Shape;46;p6"/>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7"/>
          <p:cNvSpPr txBox="1">
            <a:spLocks noGrp="1"/>
          </p:cNvSpPr>
          <p:nvPr>
            <p:ph type="title"/>
          </p:nvPr>
        </p:nvSpPr>
        <p:spPr>
          <a:xfrm>
            <a:off x="3860800" y="274638"/>
            <a:ext cx="77217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9" name="Google Shape;49;p7"/>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0" name="Google Shape;50;p7"/>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1" name="Google Shape;51;p7"/>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pic>
        <p:nvPicPr>
          <p:cNvPr id="52" name="Google Shape;52;p7" descr="C:\Users\AMMU\Desktop\Border.png"/>
          <p:cNvPicPr preferRelativeResize="0"/>
          <p:nvPr/>
        </p:nvPicPr>
        <p:blipFill rotWithShape="1">
          <a:blip r:embed="rId2">
            <a:alphaModFix/>
          </a:blip>
          <a:srcRect/>
          <a:stretch/>
        </p:blipFill>
        <p:spPr>
          <a:xfrm>
            <a:off x="2505209" y="139874"/>
            <a:ext cx="9686793" cy="69832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
        <p:cNvGrpSpPr/>
        <p:nvPr/>
      </p:nvGrpSpPr>
      <p:grpSpPr>
        <a:xfrm>
          <a:off x="0" y="0"/>
          <a:ext cx="0" cy="0"/>
          <a:chOff x="0" y="0"/>
          <a:chExt cx="0" cy="0"/>
        </a:xfrm>
      </p:grpSpPr>
      <p:sp>
        <p:nvSpPr>
          <p:cNvPr id="54" name="Google Shape;54;p8"/>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5" name="Google Shape;55;p8"/>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6" name="Google Shape;56;p8"/>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7"/>
        <p:cNvGrpSpPr/>
        <p:nvPr/>
      </p:nvGrpSpPr>
      <p:grpSpPr>
        <a:xfrm>
          <a:off x="0" y="0"/>
          <a:ext cx="0" cy="0"/>
          <a:chOff x="0" y="0"/>
          <a:chExt cx="0" cy="0"/>
        </a:xfrm>
      </p:grpSpPr>
      <p:sp>
        <p:nvSpPr>
          <p:cNvPr id="58" name="Google Shape;58;p9"/>
          <p:cNvSpPr txBox="1">
            <a:spLocks noGrp="1"/>
          </p:cNvSpPr>
          <p:nvPr>
            <p:ph type="title"/>
          </p:nvPr>
        </p:nvSpPr>
        <p:spPr>
          <a:xfrm>
            <a:off x="609602" y="273050"/>
            <a:ext cx="4011000" cy="1162200"/>
          </a:xfrm>
          <a:prstGeom prst="rect">
            <a:avLst/>
          </a:prstGeom>
          <a:noFill/>
          <a:ln>
            <a:noFill/>
          </a:ln>
        </p:spPr>
        <p:txBody>
          <a:bodyPr spcFirstLastPara="1" wrap="square" lIns="91425" tIns="45700" rIns="91425" bIns="45700" anchor="b" anchorCtr="0">
            <a:noAutofit/>
          </a:bodyPr>
          <a:lstStyle>
            <a:lvl1pPr lvl="0" algn="l" rtl="0">
              <a:spcBef>
                <a:spcPts val="0"/>
              </a:spcBef>
              <a:spcAft>
                <a:spcPts val="0"/>
              </a:spcAft>
              <a:buClr>
                <a:srgbClr val="FF0000"/>
              </a:buClr>
              <a:buSzPts val="2000"/>
              <a:buFont typeface="Verdana"/>
              <a:buNone/>
              <a:defRPr sz="2000" b="1"/>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9" name="Google Shape;59;p9"/>
          <p:cNvSpPr txBox="1">
            <a:spLocks noGrp="1"/>
          </p:cNvSpPr>
          <p:nvPr>
            <p:ph type="body" idx="1"/>
          </p:nvPr>
        </p:nvSpPr>
        <p:spPr>
          <a:xfrm>
            <a:off x="4766733" y="273053"/>
            <a:ext cx="6815700" cy="5853000"/>
          </a:xfrm>
          <a:prstGeom prst="rect">
            <a:avLst/>
          </a:prstGeom>
          <a:noFill/>
          <a:ln>
            <a:noFill/>
          </a:ln>
        </p:spPr>
        <p:txBody>
          <a:bodyPr spcFirstLastPara="1" wrap="square" lIns="91425" tIns="45700" rIns="91425" bIns="45700" anchor="t" anchorCtr="0">
            <a:normAutofit/>
          </a:bodyPr>
          <a:lstStyle>
            <a:lvl1pPr marL="457200" lvl="0" indent="-431800" algn="l" rtl="0">
              <a:spcBef>
                <a:spcPts val="640"/>
              </a:spcBef>
              <a:spcAft>
                <a:spcPts val="0"/>
              </a:spcAft>
              <a:buClr>
                <a:schemeClr val="dk1"/>
              </a:buClr>
              <a:buSzPts val="3200"/>
              <a:buChar char="•"/>
              <a:defRPr sz="3200"/>
            </a:lvl1pPr>
            <a:lvl2pPr marL="914400" lvl="1" indent="-406400" algn="l" rtl="0">
              <a:spcBef>
                <a:spcPts val="560"/>
              </a:spcBef>
              <a:spcAft>
                <a:spcPts val="0"/>
              </a:spcAft>
              <a:buClr>
                <a:schemeClr val="dk1"/>
              </a:buClr>
              <a:buSzPts val="2800"/>
              <a:buChar char="–"/>
              <a:defRPr sz="2800"/>
            </a:lvl2pPr>
            <a:lvl3pPr marL="1371600" lvl="2" indent="-381000" algn="l" rtl="0">
              <a:spcBef>
                <a:spcPts val="480"/>
              </a:spcBef>
              <a:spcAft>
                <a:spcPts val="0"/>
              </a:spcAft>
              <a:buClr>
                <a:schemeClr val="dk1"/>
              </a:buClr>
              <a:buSzPts val="2400"/>
              <a:buChar char="•"/>
              <a:defRPr sz="2400"/>
            </a:lvl3pPr>
            <a:lvl4pPr marL="1828800" lvl="3" indent="-355600" algn="l" rtl="0">
              <a:spcBef>
                <a:spcPts val="400"/>
              </a:spcBef>
              <a:spcAft>
                <a:spcPts val="0"/>
              </a:spcAft>
              <a:buClr>
                <a:schemeClr val="dk1"/>
              </a:buClr>
              <a:buSzPts val="2000"/>
              <a:buChar char="–"/>
              <a:defRPr sz="2000"/>
            </a:lvl4pPr>
            <a:lvl5pPr marL="2286000" lvl="4" indent="-355600" algn="l" rtl="0">
              <a:spcBef>
                <a:spcPts val="400"/>
              </a:spcBef>
              <a:spcAft>
                <a:spcPts val="0"/>
              </a:spcAft>
              <a:buClr>
                <a:schemeClr val="dk1"/>
              </a:buClr>
              <a:buSzPts val="2000"/>
              <a:buChar char="»"/>
              <a:defRPr sz="2000"/>
            </a:lvl5pPr>
            <a:lvl6pPr marL="2743200" lvl="5" indent="-355600" algn="l" rtl="0">
              <a:spcBef>
                <a:spcPts val="400"/>
              </a:spcBef>
              <a:spcAft>
                <a:spcPts val="0"/>
              </a:spcAft>
              <a:buClr>
                <a:schemeClr val="dk1"/>
              </a:buClr>
              <a:buSzPts val="2000"/>
              <a:buChar char="•"/>
              <a:defRPr sz="2000"/>
            </a:lvl6pPr>
            <a:lvl7pPr marL="3200400" lvl="6" indent="-355600" algn="l" rtl="0">
              <a:spcBef>
                <a:spcPts val="400"/>
              </a:spcBef>
              <a:spcAft>
                <a:spcPts val="0"/>
              </a:spcAft>
              <a:buClr>
                <a:schemeClr val="dk1"/>
              </a:buClr>
              <a:buSzPts val="2000"/>
              <a:buChar char="•"/>
              <a:defRPr sz="2000"/>
            </a:lvl7pPr>
            <a:lvl8pPr marL="3657600" lvl="7" indent="-355600" algn="l" rtl="0">
              <a:spcBef>
                <a:spcPts val="400"/>
              </a:spcBef>
              <a:spcAft>
                <a:spcPts val="0"/>
              </a:spcAft>
              <a:buClr>
                <a:schemeClr val="dk1"/>
              </a:buClr>
              <a:buSzPts val="2000"/>
              <a:buChar char="•"/>
              <a:defRPr sz="2000"/>
            </a:lvl8pPr>
            <a:lvl9pPr marL="4114800" lvl="8" indent="-355600" algn="l" rtl="0">
              <a:spcBef>
                <a:spcPts val="400"/>
              </a:spcBef>
              <a:spcAft>
                <a:spcPts val="0"/>
              </a:spcAft>
              <a:buClr>
                <a:schemeClr val="dk1"/>
              </a:buClr>
              <a:buSzPts val="2000"/>
              <a:buChar char="•"/>
              <a:defRPr sz="2000"/>
            </a:lvl9pPr>
          </a:lstStyle>
          <a:p>
            <a:endParaRPr/>
          </a:p>
        </p:txBody>
      </p:sp>
      <p:sp>
        <p:nvSpPr>
          <p:cNvPr id="60" name="Google Shape;60;p9"/>
          <p:cNvSpPr txBox="1">
            <a:spLocks noGrp="1"/>
          </p:cNvSpPr>
          <p:nvPr>
            <p:ph type="body" idx="2"/>
          </p:nvPr>
        </p:nvSpPr>
        <p:spPr>
          <a:xfrm>
            <a:off x="609602" y="1435103"/>
            <a:ext cx="4011000" cy="4691100"/>
          </a:xfrm>
          <a:prstGeom prst="rect">
            <a:avLst/>
          </a:prstGeom>
          <a:noFill/>
          <a:ln>
            <a:noFill/>
          </a:ln>
        </p:spPr>
        <p:txBody>
          <a:bodyPr spcFirstLastPara="1" wrap="square" lIns="91425" tIns="45700" rIns="91425" bIns="45700" anchor="t" anchorCtr="0">
            <a:normAutofit/>
          </a:bodyPr>
          <a:lstStyle>
            <a:lvl1pPr marL="457200" lvl="0" indent="-228600" algn="l" rtl="0">
              <a:spcBef>
                <a:spcPts val="280"/>
              </a:spcBef>
              <a:spcAft>
                <a:spcPts val="0"/>
              </a:spcAft>
              <a:buClr>
                <a:schemeClr val="dk1"/>
              </a:buClr>
              <a:buSzPts val="1400"/>
              <a:buNone/>
              <a:defRPr sz="1400"/>
            </a:lvl1pPr>
            <a:lvl2pPr marL="914400" lvl="1" indent="-228600" algn="l" rtl="0">
              <a:spcBef>
                <a:spcPts val="240"/>
              </a:spcBef>
              <a:spcAft>
                <a:spcPts val="0"/>
              </a:spcAft>
              <a:buClr>
                <a:schemeClr val="dk1"/>
              </a:buClr>
              <a:buSzPts val="1200"/>
              <a:buNone/>
              <a:defRPr sz="1200"/>
            </a:lvl2pPr>
            <a:lvl3pPr marL="1371600" lvl="2" indent="-228600" algn="l" rtl="0">
              <a:spcBef>
                <a:spcPts val="200"/>
              </a:spcBef>
              <a:spcAft>
                <a:spcPts val="0"/>
              </a:spcAft>
              <a:buClr>
                <a:schemeClr val="dk1"/>
              </a:buClr>
              <a:buSzPts val="1000"/>
              <a:buNone/>
              <a:defRPr sz="1000"/>
            </a:lvl3pPr>
            <a:lvl4pPr marL="1828800" lvl="3" indent="-228600" algn="l" rtl="0">
              <a:spcBef>
                <a:spcPts val="180"/>
              </a:spcBef>
              <a:spcAft>
                <a:spcPts val="0"/>
              </a:spcAft>
              <a:buClr>
                <a:schemeClr val="dk1"/>
              </a:buClr>
              <a:buSzPts val="900"/>
              <a:buNone/>
              <a:defRPr sz="900"/>
            </a:lvl4pPr>
            <a:lvl5pPr marL="2286000" lvl="4" indent="-228600" algn="l" rtl="0">
              <a:spcBef>
                <a:spcPts val="180"/>
              </a:spcBef>
              <a:spcAft>
                <a:spcPts val="0"/>
              </a:spcAft>
              <a:buClr>
                <a:schemeClr val="dk1"/>
              </a:buClr>
              <a:buSzPts val="900"/>
              <a:buNone/>
              <a:defRPr sz="900"/>
            </a:lvl5pPr>
            <a:lvl6pPr marL="2743200" lvl="5" indent="-228600" algn="l" rtl="0">
              <a:spcBef>
                <a:spcPts val="180"/>
              </a:spcBef>
              <a:spcAft>
                <a:spcPts val="0"/>
              </a:spcAft>
              <a:buClr>
                <a:schemeClr val="dk1"/>
              </a:buClr>
              <a:buSzPts val="900"/>
              <a:buNone/>
              <a:defRPr sz="900"/>
            </a:lvl6pPr>
            <a:lvl7pPr marL="3200400" lvl="6" indent="-228600" algn="l" rtl="0">
              <a:spcBef>
                <a:spcPts val="180"/>
              </a:spcBef>
              <a:spcAft>
                <a:spcPts val="0"/>
              </a:spcAft>
              <a:buClr>
                <a:schemeClr val="dk1"/>
              </a:buClr>
              <a:buSzPts val="900"/>
              <a:buNone/>
              <a:defRPr sz="900"/>
            </a:lvl7pPr>
            <a:lvl8pPr marL="3657600" lvl="7" indent="-228600" algn="l" rtl="0">
              <a:spcBef>
                <a:spcPts val="180"/>
              </a:spcBef>
              <a:spcAft>
                <a:spcPts val="0"/>
              </a:spcAft>
              <a:buClr>
                <a:schemeClr val="dk1"/>
              </a:buClr>
              <a:buSzPts val="900"/>
              <a:buNone/>
              <a:defRPr sz="900"/>
            </a:lvl8pPr>
            <a:lvl9pPr marL="4114800" lvl="8" indent="-228600" algn="l" rtl="0">
              <a:spcBef>
                <a:spcPts val="180"/>
              </a:spcBef>
              <a:spcAft>
                <a:spcPts val="0"/>
              </a:spcAft>
              <a:buClr>
                <a:schemeClr val="dk1"/>
              </a:buClr>
              <a:buSzPts val="900"/>
              <a:buNone/>
              <a:defRPr sz="900"/>
            </a:lvl9pPr>
          </a:lstStyle>
          <a:p>
            <a:endParaRPr/>
          </a:p>
        </p:txBody>
      </p:sp>
      <p:sp>
        <p:nvSpPr>
          <p:cNvPr id="61" name="Google Shape;61;p9"/>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2" name="Google Shape;62;p9"/>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3" name="Google Shape;63;p9"/>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4"/>
        <p:cNvGrpSpPr/>
        <p:nvPr/>
      </p:nvGrpSpPr>
      <p:grpSpPr>
        <a:xfrm>
          <a:off x="0" y="0"/>
          <a:ext cx="0" cy="0"/>
          <a:chOff x="0" y="0"/>
          <a:chExt cx="0" cy="0"/>
        </a:xfrm>
      </p:grpSpPr>
      <p:sp>
        <p:nvSpPr>
          <p:cNvPr id="65" name="Google Shape;65;p10"/>
          <p:cNvSpPr txBox="1">
            <a:spLocks noGrp="1"/>
          </p:cNvSpPr>
          <p:nvPr>
            <p:ph type="title"/>
          </p:nvPr>
        </p:nvSpPr>
        <p:spPr>
          <a:xfrm>
            <a:off x="2389717" y="4800600"/>
            <a:ext cx="7315200" cy="566700"/>
          </a:xfrm>
          <a:prstGeom prst="rect">
            <a:avLst/>
          </a:prstGeom>
          <a:noFill/>
          <a:ln>
            <a:noFill/>
          </a:ln>
        </p:spPr>
        <p:txBody>
          <a:bodyPr spcFirstLastPara="1" wrap="square" lIns="91425" tIns="45700" rIns="91425" bIns="45700" anchor="b" anchorCtr="0">
            <a:noAutofit/>
          </a:bodyPr>
          <a:lstStyle>
            <a:lvl1pPr lvl="0" algn="l" rtl="0">
              <a:spcBef>
                <a:spcPts val="0"/>
              </a:spcBef>
              <a:spcAft>
                <a:spcPts val="0"/>
              </a:spcAft>
              <a:buClr>
                <a:srgbClr val="FF0000"/>
              </a:buClr>
              <a:buSzPts val="2000"/>
              <a:buFont typeface="Verdana"/>
              <a:buNone/>
              <a:defRPr sz="2000" b="1"/>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 name="Google Shape;66;p10"/>
          <p:cNvSpPr>
            <a:spLocks noGrp="1"/>
          </p:cNvSpPr>
          <p:nvPr>
            <p:ph type="pic" idx="2"/>
          </p:nvPr>
        </p:nvSpPr>
        <p:spPr>
          <a:xfrm>
            <a:off x="2389717" y="612775"/>
            <a:ext cx="7315200" cy="4114800"/>
          </a:xfrm>
          <a:prstGeom prst="rect">
            <a:avLst/>
          </a:prstGeom>
          <a:noFill/>
          <a:ln>
            <a:noFill/>
          </a:ln>
        </p:spPr>
      </p:sp>
      <p:sp>
        <p:nvSpPr>
          <p:cNvPr id="67" name="Google Shape;67;p10"/>
          <p:cNvSpPr txBox="1">
            <a:spLocks noGrp="1"/>
          </p:cNvSpPr>
          <p:nvPr>
            <p:ph type="body" idx="1"/>
          </p:nvPr>
        </p:nvSpPr>
        <p:spPr>
          <a:xfrm>
            <a:off x="2389717" y="5367338"/>
            <a:ext cx="7315200" cy="804900"/>
          </a:xfrm>
          <a:prstGeom prst="rect">
            <a:avLst/>
          </a:prstGeom>
          <a:noFill/>
          <a:ln>
            <a:noFill/>
          </a:ln>
        </p:spPr>
        <p:txBody>
          <a:bodyPr spcFirstLastPara="1" wrap="square" lIns="91425" tIns="45700" rIns="91425" bIns="45700" anchor="t" anchorCtr="0">
            <a:normAutofit/>
          </a:bodyPr>
          <a:lstStyle>
            <a:lvl1pPr marL="457200" lvl="0" indent="-228600" algn="l" rtl="0">
              <a:spcBef>
                <a:spcPts val="280"/>
              </a:spcBef>
              <a:spcAft>
                <a:spcPts val="0"/>
              </a:spcAft>
              <a:buClr>
                <a:schemeClr val="dk1"/>
              </a:buClr>
              <a:buSzPts val="1400"/>
              <a:buNone/>
              <a:defRPr sz="1400"/>
            </a:lvl1pPr>
            <a:lvl2pPr marL="914400" lvl="1" indent="-228600" algn="l" rtl="0">
              <a:spcBef>
                <a:spcPts val="240"/>
              </a:spcBef>
              <a:spcAft>
                <a:spcPts val="0"/>
              </a:spcAft>
              <a:buClr>
                <a:schemeClr val="dk1"/>
              </a:buClr>
              <a:buSzPts val="1200"/>
              <a:buNone/>
              <a:defRPr sz="1200"/>
            </a:lvl2pPr>
            <a:lvl3pPr marL="1371600" lvl="2" indent="-228600" algn="l" rtl="0">
              <a:spcBef>
                <a:spcPts val="200"/>
              </a:spcBef>
              <a:spcAft>
                <a:spcPts val="0"/>
              </a:spcAft>
              <a:buClr>
                <a:schemeClr val="dk1"/>
              </a:buClr>
              <a:buSzPts val="1000"/>
              <a:buNone/>
              <a:defRPr sz="1000"/>
            </a:lvl3pPr>
            <a:lvl4pPr marL="1828800" lvl="3" indent="-228600" algn="l" rtl="0">
              <a:spcBef>
                <a:spcPts val="180"/>
              </a:spcBef>
              <a:spcAft>
                <a:spcPts val="0"/>
              </a:spcAft>
              <a:buClr>
                <a:schemeClr val="dk1"/>
              </a:buClr>
              <a:buSzPts val="900"/>
              <a:buNone/>
              <a:defRPr sz="900"/>
            </a:lvl4pPr>
            <a:lvl5pPr marL="2286000" lvl="4" indent="-228600" algn="l" rtl="0">
              <a:spcBef>
                <a:spcPts val="180"/>
              </a:spcBef>
              <a:spcAft>
                <a:spcPts val="0"/>
              </a:spcAft>
              <a:buClr>
                <a:schemeClr val="dk1"/>
              </a:buClr>
              <a:buSzPts val="900"/>
              <a:buNone/>
              <a:defRPr sz="900"/>
            </a:lvl5pPr>
            <a:lvl6pPr marL="2743200" lvl="5" indent="-228600" algn="l" rtl="0">
              <a:spcBef>
                <a:spcPts val="180"/>
              </a:spcBef>
              <a:spcAft>
                <a:spcPts val="0"/>
              </a:spcAft>
              <a:buClr>
                <a:schemeClr val="dk1"/>
              </a:buClr>
              <a:buSzPts val="900"/>
              <a:buNone/>
              <a:defRPr sz="900"/>
            </a:lvl6pPr>
            <a:lvl7pPr marL="3200400" lvl="6" indent="-228600" algn="l" rtl="0">
              <a:spcBef>
                <a:spcPts val="180"/>
              </a:spcBef>
              <a:spcAft>
                <a:spcPts val="0"/>
              </a:spcAft>
              <a:buClr>
                <a:schemeClr val="dk1"/>
              </a:buClr>
              <a:buSzPts val="900"/>
              <a:buNone/>
              <a:defRPr sz="900"/>
            </a:lvl7pPr>
            <a:lvl8pPr marL="3657600" lvl="7" indent="-228600" algn="l" rtl="0">
              <a:spcBef>
                <a:spcPts val="180"/>
              </a:spcBef>
              <a:spcAft>
                <a:spcPts val="0"/>
              </a:spcAft>
              <a:buClr>
                <a:schemeClr val="dk1"/>
              </a:buClr>
              <a:buSzPts val="900"/>
              <a:buNone/>
              <a:defRPr sz="900"/>
            </a:lvl8pPr>
            <a:lvl9pPr marL="4114800" lvl="8" indent="-228600" algn="l" rtl="0">
              <a:spcBef>
                <a:spcPts val="180"/>
              </a:spcBef>
              <a:spcAft>
                <a:spcPts val="0"/>
              </a:spcAft>
              <a:buClr>
                <a:schemeClr val="dk1"/>
              </a:buClr>
              <a:buSzPts val="900"/>
              <a:buNone/>
              <a:defRPr sz="900"/>
            </a:lvl9pPr>
          </a:lstStyle>
          <a:p>
            <a:endParaRPr/>
          </a:p>
        </p:txBody>
      </p:sp>
      <p:sp>
        <p:nvSpPr>
          <p:cNvPr id="68" name="Google Shape;68;p10"/>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9" name="Google Shape;69;p10"/>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0" name="Google Shape;70;p10"/>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1"/>
        <p:cNvGrpSpPr/>
        <p:nvPr/>
      </p:nvGrpSpPr>
      <p:grpSpPr>
        <a:xfrm>
          <a:off x="0" y="0"/>
          <a:ext cx="0" cy="0"/>
          <a:chOff x="0" y="0"/>
          <a:chExt cx="0" cy="0"/>
        </a:xfrm>
      </p:grpSpPr>
      <p:sp>
        <p:nvSpPr>
          <p:cNvPr id="72" name="Google Shape;72;p11"/>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 name="Google Shape;73;p11"/>
          <p:cNvSpPr txBox="1">
            <a:spLocks noGrp="1"/>
          </p:cNvSpPr>
          <p:nvPr>
            <p:ph type="body" idx="1"/>
          </p:nvPr>
        </p:nvSpPr>
        <p:spPr>
          <a:xfrm rot="5400000">
            <a:off x="3670300" y="-1714499"/>
            <a:ext cx="4953000" cy="10668000"/>
          </a:xfrm>
          <a:prstGeom prst="rect">
            <a:avLst/>
          </a:prstGeom>
          <a:noFill/>
          <a:ln>
            <a:noFill/>
          </a:ln>
        </p:spPr>
        <p:txBody>
          <a:bodyPr spcFirstLastPara="1" wrap="square" lIns="91425" tIns="45700" rIns="91425" bIns="45700" anchor="t" anchorCtr="0">
            <a:norm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74" name="Google Shape;74;p11"/>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5" name="Google Shape;75;p11"/>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6" name="Google Shape;76;p11"/>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7"/>
        <p:cNvGrpSpPr/>
        <p:nvPr/>
      </p:nvGrpSpPr>
      <p:grpSpPr>
        <a:xfrm>
          <a:off x="0" y="0"/>
          <a:ext cx="0" cy="0"/>
          <a:chOff x="0" y="0"/>
          <a:chExt cx="0" cy="0"/>
        </a:xfrm>
      </p:grpSpPr>
      <p:sp>
        <p:nvSpPr>
          <p:cNvPr id="78" name="Google Shape;78;p12"/>
          <p:cNvSpPr txBox="1">
            <a:spLocks noGrp="1"/>
          </p:cNvSpPr>
          <p:nvPr>
            <p:ph type="title"/>
          </p:nvPr>
        </p:nvSpPr>
        <p:spPr>
          <a:xfrm rot="5400000">
            <a:off x="7285050" y="1828791"/>
            <a:ext cx="5851500" cy="27432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9" name="Google Shape;79;p12"/>
          <p:cNvSpPr txBox="1">
            <a:spLocks noGrp="1"/>
          </p:cNvSpPr>
          <p:nvPr>
            <p:ph type="body" idx="1"/>
          </p:nvPr>
        </p:nvSpPr>
        <p:spPr>
          <a:xfrm rot="5400000">
            <a:off x="1697000" y="-812859"/>
            <a:ext cx="5851500" cy="8026500"/>
          </a:xfrm>
          <a:prstGeom prst="rect">
            <a:avLst/>
          </a:prstGeom>
          <a:noFill/>
          <a:ln>
            <a:noFill/>
          </a:ln>
        </p:spPr>
        <p:txBody>
          <a:bodyPr spcFirstLastPara="1" wrap="square" lIns="91425" tIns="45700" rIns="91425" bIns="45700" anchor="t" anchorCtr="0">
            <a:norm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80" name="Google Shape;80;p12"/>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1" name="Google Shape;81;p12"/>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 name="Google Shape;82;p12"/>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Clr>
                <a:srgbClr val="FF0000"/>
              </a:buClr>
              <a:buSzPts val="2800"/>
              <a:buFont typeface="Verdana"/>
              <a:buNone/>
              <a:defRPr sz="2800" b="1" i="0" u="none" strike="noStrike" cap="none">
                <a:solidFill>
                  <a:srgbClr val="FF0000"/>
                </a:solidFill>
                <a:latin typeface="Verdana"/>
                <a:ea typeface="Verdana"/>
                <a:cs typeface="Verdana"/>
                <a:sym typeface="Verdan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rmAutofit/>
          </a:bodyPr>
          <a:lstStyle>
            <a:lvl1pPr marL="457200" marR="0" lvl="0" indent="-381000" algn="l" rtl="0">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8" name="Google Shape;8;p1"/>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Verdana"/>
                <a:ea typeface="Verdana"/>
                <a:cs typeface="Verdana"/>
                <a:sym typeface="Verdana"/>
              </a:defRPr>
            </a:lvl1pPr>
            <a:lvl2pPr marR="0" lvl="1"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2pPr>
            <a:lvl3pPr marR="0" lvl="2"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3pPr>
            <a:lvl4pPr marR="0" lvl="3"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4pPr>
            <a:lvl5pPr marR="0" lvl="4"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5pPr>
            <a:lvl6pPr marR="0" lvl="5"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6pPr>
            <a:lvl7pPr marR="0" lvl="6"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7pPr>
            <a:lvl8pPr marR="0" lvl="7"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8pPr>
            <a:lvl9pPr marR="0" lvl="8"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9" name="Google Shape;9;p1"/>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Verdana"/>
                <a:ea typeface="Verdana"/>
                <a:cs typeface="Verdana"/>
                <a:sym typeface="Verdana"/>
              </a:defRPr>
            </a:lvl1pPr>
            <a:lvl2pPr marR="0" lvl="1"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2pPr>
            <a:lvl3pPr marR="0" lvl="2"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3pPr>
            <a:lvl4pPr marR="0" lvl="3"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4pPr>
            <a:lvl5pPr marR="0" lvl="4"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5pPr>
            <a:lvl6pPr marR="0" lvl="5"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6pPr>
            <a:lvl7pPr marR="0" lvl="6"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7pPr>
            <a:lvl8pPr marR="0" lvl="7"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8pPr>
            <a:lvl9pPr marR="0" lvl="8"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10" name="Google Shape;10;p1"/>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Verdana"/>
                <a:ea typeface="Verdana"/>
                <a:cs typeface="Verdana"/>
                <a:sym typeface="Verdana"/>
              </a:defRPr>
            </a:lvl1pPr>
            <a:lvl2pPr marL="0" marR="0" lvl="1" indent="0" algn="r" rtl="0">
              <a:spcBef>
                <a:spcPts val="0"/>
              </a:spcBef>
              <a:buNone/>
              <a:defRPr sz="1200" b="0" i="0" u="none" strike="noStrike" cap="none">
                <a:solidFill>
                  <a:srgbClr val="888888"/>
                </a:solidFill>
                <a:latin typeface="Verdana"/>
                <a:ea typeface="Verdana"/>
                <a:cs typeface="Verdana"/>
                <a:sym typeface="Verdana"/>
              </a:defRPr>
            </a:lvl2pPr>
            <a:lvl3pPr marL="0" marR="0" lvl="2" indent="0" algn="r" rtl="0">
              <a:spcBef>
                <a:spcPts val="0"/>
              </a:spcBef>
              <a:buNone/>
              <a:defRPr sz="1200" b="0" i="0" u="none" strike="noStrike" cap="none">
                <a:solidFill>
                  <a:srgbClr val="888888"/>
                </a:solidFill>
                <a:latin typeface="Verdana"/>
                <a:ea typeface="Verdana"/>
                <a:cs typeface="Verdana"/>
                <a:sym typeface="Verdana"/>
              </a:defRPr>
            </a:lvl3pPr>
            <a:lvl4pPr marL="0" marR="0" lvl="3" indent="0" algn="r" rtl="0">
              <a:spcBef>
                <a:spcPts val="0"/>
              </a:spcBef>
              <a:buNone/>
              <a:defRPr sz="1200" b="0" i="0" u="none" strike="noStrike" cap="none">
                <a:solidFill>
                  <a:srgbClr val="888888"/>
                </a:solidFill>
                <a:latin typeface="Verdana"/>
                <a:ea typeface="Verdana"/>
                <a:cs typeface="Verdana"/>
                <a:sym typeface="Verdana"/>
              </a:defRPr>
            </a:lvl4pPr>
            <a:lvl5pPr marL="0" marR="0" lvl="4" indent="0" algn="r" rtl="0">
              <a:spcBef>
                <a:spcPts val="0"/>
              </a:spcBef>
              <a:buNone/>
              <a:defRPr sz="1200" b="0" i="0" u="none" strike="noStrike" cap="none">
                <a:solidFill>
                  <a:srgbClr val="888888"/>
                </a:solidFill>
                <a:latin typeface="Verdana"/>
                <a:ea typeface="Verdana"/>
                <a:cs typeface="Verdana"/>
                <a:sym typeface="Verdana"/>
              </a:defRPr>
            </a:lvl5pPr>
            <a:lvl6pPr marL="0" marR="0" lvl="5" indent="0" algn="r" rtl="0">
              <a:spcBef>
                <a:spcPts val="0"/>
              </a:spcBef>
              <a:buNone/>
              <a:defRPr sz="1200" b="0" i="0" u="none" strike="noStrike" cap="none">
                <a:solidFill>
                  <a:srgbClr val="888888"/>
                </a:solidFill>
                <a:latin typeface="Verdana"/>
                <a:ea typeface="Verdana"/>
                <a:cs typeface="Verdana"/>
                <a:sym typeface="Verdana"/>
              </a:defRPr>
            </a:lvl6pPr>
            <a:lvl7pPr marL="0" marR="0" lvl="6" indent="0" algn="r" rtl="0">
              <a:spcBef>
                <a:spcPts val="0"/>
              </a:spcBef>
              <a:buNone/>
              <a:defRPr sz="1200" b="0" i="0" u="none" strike="noStrike" cap="none">
                <a:solidFill>
                  <a:srgbClr val="888888"/>
                </a:solidFill>
                <a:latin typeface="Verdana"/>
                <a:ea typeface="Verdana"/>
                <a:cs typeface="Verdana"/>
                <a:sym typeface="Verdana"/>
              </a:defRPr>
            </a:lvl7pPr>
            <a:lvl8pPr marL="0" marR="0" lvl="7" indent="0" algn="r" rtl="0">
              <a:spcBef>
                <a:spcPts val="0"/>
              </a:spcBef>
              <a:buNone/>
              <a:defRPr sz="1200" b="0" i="0" u="none" strike="noStrike" cap="none">
                <a:solidFill>
                  <a:srgbClr val="888888"/>
                </a:solidFill>
                <a:latin typeface="Verdana"/>
                <a:ea typeface="Verdana"/>
                <a:cs typeface="Verdana"/>
                <a:sym typeface="Verdana"/>
              </a:defRPr>
            </a:lvl8pPr>
            <a:lvl9pPr marL="0" marR="0" lvl="8" indent="0" algn="r" rtl="0">
              <a:spcBef>
                <a:spcPts val="0"/>
              </a:spcBef>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GB"/>
              <a:t>‹#›</a:t>
            </a:fld>
            <a:endParaRPr/>
          </a:p>
        </p:txBody>
      </p:sp>
      <p:cxnSp>
        <p:nvCxnSpPr>
          <p:cNvPr id="11" name="Google Shape;11;p1"/>
          <p:cNvCxnSpPr/>
          <p:nvPr/>
        </p:nvCxnSpPr>
        <p:spPr>
          <a:xfrm>
            <a:off x="812800" y="914400"/>
            <a:ext cx="10668000" cy="0"/>
          </a:xfrm>
          <a:prstGeom prst="straightConnector1">
            <a:avLst/>
          </a:prstGeom>
          <a:noFill/>
          <a:ln w="57150" cap="flat" cmpd="thickThin">
            <a:solidFill>
              <a:schemeClr val="dk1"/>
            </a:solidFill>
            <a:prstDash val="solid"/>
            <a:round/>
            <a:headEnd type="none" w="med" len="med"/>
            <a:tailEnd type="none" w="med" len="med"/>
          </a:ln>
        </p:spPr>
      </p:cxnSp>
      <p:pic>
        <p:nvPicPr>
          <p:cNvPr id="12" name="Google Shape;12;p1"/>
          <p:cNvPicPr preferRelativeResize="0"/>
          <p:nvPr/>
        </p:nvPicPr>
        <p:blipFill rotWithShape="1">
          <a:blip r:embed="rId13">
            <a:alphaModFix/>
          </a:blip>
          <a:srcRect b="18046"/>
          <a:stretch/>
        </p:blipFill>
        <p:spPr>
          <a:xfrm>
            <a:off x="0" y="5991366"/>
            <a:ext cx="12192001" cy="866633"/>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3"/>
          <p:cNvSpPr txBox="1">
            <a:spLocks noGrp="1"/>
          </p:cNvSpPr>
          <p:nvPr>
            <p:ph type="ctrTitle"/>
          </p:nvPr>
        </p:nvSpPr>
        <p:spPr>
          <a:xfrm>
            <a:off x="790469" y="1069102"/>
            <a:ext cx="10363200" cy="962898"/>
          </a:xfrm>
          <a:prstGeom prst="rect">
            <a:avLst/>
          </a:prstGeom>
          <a:noFill/>
          <a:ln>
            <a:noFill/>
          </a:ln>
        </p:spPr>
        <p:txBody>
          <a:bodyPr spcFirstLastPara="1" wrap="square" lIns="91425" tIns="45700" rIns="91425" bIns="45700" anchor="ctr" anchorCtr="0">
            <a:noAutofit/>
          </a:bodyPr>
          <a:lstStyle/>
          <a:p>
            <a:pPr lvl="0" algn="ctr"/>
            <a:r>
              <a:rPr lang="en-US" sz="2400" dirty="0">
                <a:solidFill>
                  <a:schemeClr val="tx1"/>
                </a:solidFill>
                <a:latin typeface="Cambria" panose="02040503050406030204" pitchFamily="18" charset="0"/>
                <a:ea typeface="Cambria" panose="02040503050406030204" pitchFamily="18" charset="0"/>
              </a:rPr>
              <a:t>AI-Driven Crop Disease Prediction and Management System</a:t>
            </a:r>
            <a:endParaRPr sz="2400" dirty="0">
              <a:solidFill>
                <a:schemeClr val="tx1"/>
              </a:solidFill>
              <a:latin typeface="Cambria" panose="02040503050406030204" pitchFamily="18" charset="0"/>
              <a:ea typeface="Cambria" panose="02040503050406030204" pitchFamily="18" charset="0"/>
            </a:endParaRPr>
          </a:p>
        </p:txBody>
      </p:sp>
      <p:sp>
        <p:nvSpPr>
          <p:cNvPr id="88" name="Google Shape;88;p13"/>
          <p:cNvSpPr txBox="1">
            <a:spLocks noGrp="1"/>
          </p:cNvSpPr>
          <p:nvPr>
            <p:ph type="subTitle" idx="1"/>
          </p:nvPr>
        </p:nvSpPr>
        <p:spPr>
          <a:xfrm>
            <a:off x="790468" y="2045352"/>
            <a:ext cx="4391131" cy="5523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rgbClr val="17365D"/>
              </a:buClr>
              <a:buSzPts val="2000"/>
              <a:buNone/>
            </a:pPr>
            <a:r>
              <a:rPr lang="en-GB" sz="1800" dirty="0">
                <a:latin typeface="Cambria" panose="02040503050406030204" pitchFamily="18" charset="0"/>
                <a:ea typeface="Cambria" panose="02040503050406030204" pitchFamily="18" charset="0"/>
              </a:rPr>
              <a:t>Batch Number: </a:t>
            </a:r>
            <a:r>
              <a:rPr lang="en-GB" sz="1800" dirty="0">
                <a:solidFill>
                  <a:schemeClr val="tx1"/>
                </a:solidFill>
                <a:latin typeface="Cambria" panose="02040503050406030204" pitchFamily="18" charset="0"/>
                <a:ea typeface="Cambria" panose="02040503050406030204" pitchFamily="18" charset="0"/>
              </a:rPr>
              <a:t>ISE_23</a:t>
            </a:r>
            <a:endParaRPr sz="1800" dirty="0">
              <a:solidFill>
                <a:schemeClr val="tx1"/>
              </a:solidFill>
              <a:latin typeface="Cambria" panose="02040503050406030204" pitchFamily="18" charset="0"/>
              <a:ea typeface="Cambria" panose="02040503050406030204" pitchFamily="18" charset="0"/>
            </a:endParaRPr>
          </a:p>
        </p:txBody>
      </p:sp>
      <p:sp>
        <p:nvSpPr>
          <p:cNvPr id="90" name="Google Shape;90;p13"/>
          <p:cNvSpPr txBox="1"/>
          <p:nvPr/>
        </p:nvSpPr>
        <p:spPr>
          <a:xfrm>
            <a:off x="6124957" y="2398404"/>
            <a:ext cx="5888509" cy="1938615"/>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rgbClr val="17365D"/>
              </a:buClr>
              <a:buSzPts val="2000"/>
              <a:buFont typeface="Arial"/>
              <a:buNone/>
            </a:pPr>
            <a:r>
              <a:rPr lang="en-GB" sz="1800" b="1" i="0" u="none" strike="noStrike" cap="none" dirty="0">
                <a:solidFill>
                  <a:srgbClr val="17365D"/>
                </a:solidFill>
                <a:latin typeface="Cambria" panose="02040503050406030204" pitchFamily="18" charset="0"/>
                <a:ea typeface="Cambria" panose="02040503050406030204" pitchFamily="18" charset="0"/>
                <a:cs typeface="Verdana"/>
                <a:sym typeface="Verdana"/>
              </a:rPr>
              <a:t>Under the Supervision of,</a:t>
            </a:r>
          </a:p>
          <a:p>
            <a:pPr lvl="0">
              <a:spcBef>
                <a:spcPts val="340"/>
              </a:spcBef>
              <a:buClr>
                <a:srgbClr val="17365D"/>
              </a:buClr>
              <a:buSzPts val="1700"/>
            </a:pPr>
            <a:r>
              <a:rPr lang="en-GB" sz="2000" b="1" dirty="0">
                <a:solidFill>
                  <a:srgbClr val="17365D"/>
                </a:solidFill>
                <a:latin typeface="Cambria" panose="02040503050406030204" pitchFamily="18" charset="0"/>
                <a:ea typeface="Cambria" panose="02040503050406030204" pitchFamily="18" charset="0"/>
                <a:cs typeface="Verdana"/>
                <a:sym typeface="Verdana"/>
              </a:rPr>
              <a:t>                            </a:t>
            </a:r>
            <a:r>
              <a:rPr lang="en-GB" sz="1700" b="1" dirty="0">
                <a:solidFill>
                  <a:schemeClr val="tx1"/>
                </a:solidFill>
                <a:latin typeface="Cambria" panose="02040503050406030204" pitchFamily="18" charset="0"/>
                <a:ea typeface="Cambria" panose="02040503050406030204" pitchFamily="18" charset="0"/>
                <a:cs typeface="Verdana"/>
                <a:sym typeface="Verdana"/>
              </a:rPr>
              <a:t>Dr. Murali Parameswaran</a:t>
            </a:r>
          </a:p>
          <a:p>
            <a:pPr lvl="0">
              <a:spcBef>
                <a:spcPts val="340"/>
              </a:spcBef>
              <a:buClr>
                <a:srgbClr val="17365D"/>
              </a:buClr>
              <a:buSzPts val="1700"/>
            </a:pPr>
            <a:r>
              <a:rPr lang="en-GB" sz="1700" b="1" i="0" u="none" strike="noStrike" cap="none" dirty="0">
                <a:solidFill>
                  <a:schemeClr val="tx1"/>
                </a:solidFill>
                <a:latin typeface="Cambria" panose="02040503050406030204" pitchFamily="18" charset="0"/>
                <a:ea typeface="Cambria" panose="02040503050406030204" pitchFamily="18" charset="0"/>
                <a:cs typeface="Verdana"/>
                <a:sym typeface="Verdana"/>
              </a:rPr>
              <a:t>                                                </a:t>
            </a:r>
            <a:r>
              <a:rPr lang="en-GB" sz="1700" b="1" i="0" u="none" strike="noStrike" cap="none" dirty="0">
                <a:solidFill>
                  <a:schemeClr val="bg2"/>
                </a:solidFill>
                <a:latin typeface="Cambria" panose="02040503050406030204" pitchFamily="18" charset="0"/>
                <a:ea typeface="Cambria" panose="02040503050406030204" pitchFamily="18" charset="0"/>
                <a:cs typeface="Verdana"/>
                <a:sym typeface="Verdana"/>
              </a:rPr>
              <a:t>Profess</a:t>
            </a:r>
            <a:r>
              <a:rPr lang="en-GB" sz="1700" b="1" dirty="0">
                <a:solidFill>
                  <a:schemeClr val="bg2"/>
                </a:solidFill>
                <a:latin typeface="Cambria" panose="02040503050406030204" pitchFamily="18" charset="0"/>
                <a:ea typeface="Cambria" panose="02040503050406030204" pitchFamily="18" charset="0"/>
                <a:cs typeface="Verdana"/>
                <a:sym typeface="Verdana"/>
              </a:rPr>
              <a:t>or</a:t>
            </a:r>
          </a:p>
          <a:p>
            <a:pPr lvl="0">
              <a:spcBef>
                <a:spcPts val="340"/>
              </a:spcBef>
              <a:buClr>
                <a:srgbClr val="17365D"/>
              </a:buClr>
              <a:buSzPts val="1700"/>
            </a:pPr>
            <a:r>
              <a:rPr lang="en-GB" sz="1700" b="1" i="0" u="none" strike="noStrike" cap="none" dirty="0">
                <a:solidFill>
                  <a:schemeClr val="bg2"/>
                </a:solidFill>
                <a:latin typeface="Cambria" panose="02040503050406030204" pitchFamily="18" charset="0"/>
                <a:ea typeface="Cambria" panose="02040503050406030204" pitchFamily="18" charset="0"/>
                <a:cs typeface="Verdana"/>
                <a:sym typeface="Verdana"/>
              </a:rPr>
              <a:t>               School of Computer Science and Engineering</a:t>
            </a:r>
          </a:p>
          <a:p>
            <a:pPr lvl="0">
              <a:spcBef>
                <a:spcPts val="340"/>
              </a:spcBef>
              <a:buClr>
                <a:srgbClr val="17365D"/>
              </a:buClr>
              <a:buSzPts val="1700"/>
            </a:pPr>
            <a:r>
              <a:rPr lang="en-GB" sz="1700" b="1" dirty="0">
                <a:solidFill>
                  <a:schemeClr val="bg2"/>
                </a:solidFill>
                <a:latin typeface="Cambria" panose="02040503050406030204" pitchFamily="18" charset="0"/>
                <a:ea typeface="Cambria" panose="02040503050406030204" pitchFamily="18" charset="0"/>
                <a:cs typeface="Verdana"/>
                <a:sym typeface="Verdana"/>
              </a:rPr>
              <a:t>                                    Presidency University</a:t>
            </a:r>
            <a:endParaRPr sz="2000" b="1" i="0" u="none" strike="noStrike" cap="none" dirty="0">
              <a:solidFill>
                <a:schemeClr val="bg2"/>
              </a:solidFill>
              <a:latin typeface="Cambria" panose="02040503050406030204" pitchFamily="18" charset="0"/>
              <a:ea typeface="Cambria" panose="02040503050406030204" pitchFamily="18" charset="0"/>
              <a:cs typeface="Verdana"/>
              <a:sym typeface="Verdana"/>
            </a:endParaRPr>
          </a:p>
        </p:txBody>
      </p:sp>
      <p:graphicFrame>
        <p:nvGraphicFramePr>
          <p:cNvPr id="89" name="Google Shape;89;p13"/>
          <p:cNvGraphicFramePr/>
          <p:nvPr>
            <p:extLst>
              <p:ext uri="{D42A27DB-BD31-4B8C-83A1-F6EECF244321}">
                <p14:modId xmlns:p14="http://schemas.microsoft.com/office/powerpoint/2010/main" val="2461410393"/>
              </p:ext>
            </p:extLst>
          </p:nvPr>
        </p:nvGraphicFramePr>
        <p:xfrm>
          <a:off x="757237" y="2523495"/>
          <a:ext cx="5194319" cy="2164140"/>
        </p:xfrm>
        <a:graphic>
          <a:graphicData uri="http://schemas.openxmlformats.org/drawingml/2006/table">
            <a:tbl>
              <a:tblPr firstRow="1" bandRow="1">
                <a:noFill/>
                <a:tableStyleId>{57690726-49DA-4552-BDEB-330DD8EA8BD9}</a:tableStyleId>
              </a:tblPr>
              <a:tblGrid>
                <a:gridCol w="1998671">
                  <a:extLst>
                    <a:ext uri="{9D8B030D-6E8A-4147-A177-3AD203B41FA5}">
                      <a16:colId xmlns="" xmlns:a16="http://schemas.microsoft.com/office/drawing/2014/main" val="20000"/>
                    </a:ext>
                  </a:extLst>
                </a:gridCol>
                <a:gridCol w="3195648">
                  <a:extLst>
                    <a:ext uri="{9D8B030D-6E8A-4147-A177-3AD203B41FA5}">
                      <a16:colId xmlns="" xmlns:a16="http://schemas.microsoft.com/office/drawing/2014/main" val="20001"/>
                    </a:ext>
                  </a:extLst>
                </a:gridCol>
              </a:tblGrid>
              <a:tr h="353007">
                <a:tc>
                  <a:txBody>
                    <a:bodyPr/>
                    <a:lstStyle/>
                    <a:p>
                      <a:pPr marL="0" marR="0" lvl="1" indent="0" algn="ctr" rtl="0">
                        <a:spcBef>
                          <a:spcPts val="0"/>
                        </a:spcBef>
                        <a:spcAft>
                          <a:spcPts val="0"/>
                        </a:spcAft>
                        <a:buNone/>
                      </a:pPr>
                      <a:r>
                        <a:rPr lang="en-GB" sz="1800" b="1" u="none" strike="noStrike" cap="none" dirty="0">
                          <a:solidFill>
                            <a:srgbClr val="17365D"/>
                          </a:solidFill>
                        </a:rPr>
                        <a:t>Roll Number</a:t>
                      </a:r>
                      <a:endParaRPr sz="1800" b="1" u="none" strike="noStrike" cap="none" dirty="0">
                        <a:solidFill>
                          <a:srgbClr val="17365D"/>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GB" sz="1800" b="1" u="none" strike="noStrike" cap="none" dirty="0">
                          <a:solidFill>
                            <a:srgbClr val="17365D"/>
                          </a:solidFill>
                        </a:rPr>
                        <a:t>Student Name</a:t>
                      </a:r>
                      <a:endParaRPr sz="1800" b="1" u="none" strike="noStrike" cap="none" dirty="0">
                        <a:solidFill>
                          <a:srgbClr val="17365D"/>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 xmlns:a16="http://schemas.microsoft.com/office/drawing/2014/main" val="10000"/>
                  </a:ext>
                </a:extLst>
              </a:tr>
              <a:tr h="268432">
                <a:tc>
                  <a:txBody>
                    <a:bodyPr/>
                    <a:lstStyle/>
                    <a:p>
                      <a:pPr marL="0" marR="0" lvl="0" indent="0" algn="ctr" rtl="0">
                        <a:spcBef>
                          <a:spcPts val="0"/>
                        </a:spcBef>
                        <a:spcAft>
                          <a:spcPts val="0"/>
                        </a:spcAft>
                        <a:buFont typeface="+mj-lt"/>
                        <a:buNone/>
                      </a:pPr>
                      <a:r>
                        <a:rPr lang="en-US" sz="1700" b="1" u="none" strike="noStrike" cap="none" dirty="0">
                          <a:latin typeface="Cambria" panose="02040503050406030204" pitchFamily="18" charset="0"/>
                          <a:ea typeface="Cambria" panose="02040503050406030204" pitchFamily="18" charset="0"/>
                        </a:rPr>
                        <a:t>20221ISE0077</a:t>
                      </a:r>
                      <a:endParaRPr sz="1700" b="1" u="none" strike="noStrike" cap="none" dirty="0">
                        <a:latin typeface="Cambria" panose="02040503050406030204" pitchFamily="18" charset="0"/>
                        <a:ea typeface="Cambria" panose="02040503050406030204" pitchFamily="18" charset="0"/>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1800" b="1" u="none" strike="noStrike" cap="none" dirty="0">
                          <a:latin typeface="Sitka Text" pitchFamily="2" charset="0"/>
                          <a:ea typeface="Cambria" panose="02040503050406030204" pitchFamily="18" charset="0"/>
                        </a:rPr>
                        <a:t>HARSHITHA </a:t>
                      </a:r>
                      <a:r>
                        <a:rPr lang="en-US" sz="1800" b="1" u="none" strike="noStrike" cap="none" baseline="0" dirty="0">
                          <a:latin typeface="Sitka Text" pitchFamily="2" charset="0"/>
                          <a:ea typeface="Cambria" panose="02040503050406030204" pitchFamily="18" charset="0"/>
                        </a:rPr>
                        <a:t>V</a:t>
                      </a:r>
                      <a:endParaRPr sz="1800" b="1" u="none" strike="noStrike" cap="none" dirty="0">
                        <a:latin typeface="Sitka Text" pitchFamily="2" charset="0"/>
                        <a:ea typeface="Cambria" panose="02040503050406030204" pitchFamily="18" charset="0"/>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 xmlns:a16="http://schemas.microsoft.com/office/drawing/2014/main" val="10001"/>
                  </a:ext>
                </a:extLst>
              </a:tr>
              <a:tr h="257248">
                <a:tc>
                  <a:txBody>
                    <a:bodyPr/>
                    <a:lstStyle/>
                    <a:p>
                      <a:pPr marL="0" marR="0" lvl="0" indent="0" algn="ctr" rtl="0">
                        <a:spcBef>
                          <a:spcPts val="0"/>
                        </a:spcBef>
                        <a:spcAft>
                          <a:spcPts val="0"/>
                        </a:spcAft>
                        <a:buNone/>
                      </a:pPr>
                      <a:r>
                        <a:rPr lang="en-US" sz="1700" b="1" u="none" strike="noStrike" cap="none" dirty="0">
                          <a:latin typeface="Cambria" panose="02040503050406030204" pitchFamily="18" charset="0"/>
                          <a:ea typeface="Cambria" panose="02040503050406030204" pitchFamily="18" charset="0"/>
                        </a:rPr>
                        <a:t>20221ISE0085</a:t>
                      </a:r>
                      <a:endParaRPr sz="1700" b="1" u="none" strike="noStrike" cap="none" dirty="0">
                        <a:latin typeface="Cambria" panose="02040503050406030204" pitchFamily="18" charset="0"/>
                        <a:ea typeface="Cambria" panose="02040503050406030204" pitchFamily="18" charset="0"/>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1700" b="1" u="none" strike="noStrike" cap="none" dirty="0">
                          <a:latin typeface="Sitka Text" pitchFamily="2" charset="0"/>
                          <a:ea typeface="Cambria" panose="02040503050406030204" pitchFamily="18" charset="0"/>
                        </a:rPr>
                        <a:t>TAANYA SUBBAIAH B</a:t>
                      </a:r>
                      <a:endParaRPr sz="1700" b="1" u="none" strike="noStrike" cap="none" dirty="0">
                        <a:latin typeface="Sitka Text" pitchFamily="2" charset="0"/>
                        <a:ea typeface="Cambria" panose="02040503050406030204" pitchFamily="18" charset="0"/>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 xmlns:a16="http://schemas.microsoft.com/office/drawing/2014/main" val="10002"/>
                  </a:ext>
                </a:extLst>
              </a:tr>
              <a:tr h="257248">
                <a:tc>
                  <a:txBody>
                    <a:bodyPr/>
                    <a:lstStyle/>
                    <a:p>
                      <a:pPr marL="0" marR="0" lvl="0" indent="0" algn="ctr" rtl="0">
                        <a:spcBef>
                          <a:spcPts val="0"/>
                        </a:spcBef>
                        <a:spcAft>
                          <a:spcPts val="0"/>
                        </a:spcAft>
                        <a:buNone/>
                      </a:pPr>
                      <a:r>
                        <a:rPr lang="en-US" sz="1700" b="1" u="none" strike="noStrike" cap="none" dirty="0">
                          <a:latin typeface="Cambria" panose="02040503050406030204" pitchFamily="18" charset="0"/>
                          <a:ea typeface="Cambria" panose="02040503050406030204" pitchFamily="18" charset="0"/>
                        </a:rPr>
                        <a:t>20221ISE0065</a:t>
                      </a:r>
                      <a:endParaRPr sz="1700" b="1" u="none" strike="noStrike" cap="none" dirty="0">
                        <a:latin typeface="Cambria" panose="02040503050406030204" pitchFamily="18" charset="0"/>
                        <a:ea typeface="Cambria" panose="02040503050406030204" pitchFamily="18" charset="0"/>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1700" b="1" u="none" strike="noStrike" cap="none" dirty="0">
                          <a:latin typeface="Sitka Text" pitchFamily="2" charset="0"/>
                          <a:ea typeface="Cambria" panose="02040503050406030204" pitchFamily="18" charset="0"/>
                        </a:rPr>
                        <a:t>M ASWIN</a:t>
                      </a:r>
                      <a:endParaRPr sz="1700" b="1" u="none" strike="noStrike" cap="none" dirty="0">
                        <a:latin typeface="Sitka Text" pitchFamily="2" charset="0"/>
                        <a:ea typeface="Cambria" panose="02040503050406030204" pitchFamily="18" charset="0"/>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 xmlns:a16="http://schemas.microsoft.com/office/drawing/2014/main" val="10003"/>
                  </a:ext>
                </a:extLst>
              </a:tr>
              <a:tr h="268432">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 xmlns:a16="http://schemas.microsoft.com/office/drawing/2014/main" val="10004"/>
                  </a:ext>
                </a:extLst>
              </a:tr>
              <a:tr h="268432">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 xmlns:a16="http://schemas.microsoft.com/office/drawing/2014/main" val="10005"/>
                  </a:ext>
                </a:extLst>
              </a:tr>
            </a:tbl>
          </a:graphicData>
        </a:graphic>
      </p:graphicFrame>
      <p:sp>
        <p:nvSpPr>
          <p:cNvPr id="91" name="Google Shape;91;p13"/>
          <p:cNvSpPr txBox="1"/>
          <p:nvPr/>
        </p:nvSpPr>
        <p:spPr>
          <a:xfrm>
            <a:off x="2832225" y="136441"/>
            <a:ext cx="5498973" cy="729371"/>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Clr>
                <a:srgbClr val="17365D"/>
              </a:buClr>
              <a:buSzPct val="100000"/>
              <a:buFont typeface="Arial"/>
              <a:buNone/>
            </a:pPr>
            <a:r>
              <a:rPr lang="en-GB" sz="1800" b="1" dirty="0">
                <a:solidFill>
                  <a:srgbClr val="17365D"/>
                </a:solidFill>
                <a:latin typeface="Cambria" panose="02040503050406030204" pitchFamily="18" charset="0"/>
                <a:ea typeface="Cambria" panose="02040503050406030204" pitchFamily="18" charset="0"/>
                <a:cs typeface="Verdana"/>
                <a:sym typeface="Verdana"/>
              </a:rPr>
              <a:t>CSE7101-</a:t>
            </a:r>
            <a:r>
              <a:rPr lang="en-GB" sz="1800" b="1" i="0" u="none" strike="noStrike" cap="none" dirty="0">
                <a:solidFill>
                  <a:srgbClr val="17365D"/>
                </a:solidFill>
                <a:latin typeface="Cambria" panose="02040503050406030204" pitchFamily="18" charset="0"/>
                <a:ea typeface="Cambria" panose="02040503050406030204" pitchFamily="18" charset="0"/>
                <a:cs typeface="Verdana"/>
                <a:sym typeface="Verdana"/>
              </a:rPr>
              <a:t> Capstone Project</a:t>
            </a:r>
            <a:endParaRPr sz="1800" dirty="0">
              <a:latin typeface="Cambria" panose="02040503050406030204" pitchFamily="18" charset="0"/>
              <a:ea typeface="Cambria" panose="02040503050406030204" pitchFamily="18" charset="0"/>
            </a:endParaRPr>
          </a:p>
          <a:p>
            <a:pPr marL="0" marR="0" lvl="0" indent="0" algn="ctr" rtl="0">
              <a:spcBef>
                <a:spcPts val="310"/>
              </a:spcBef>
              <a:spcAft>
                <a:spcPts val="0"/>
              </a:spcAft>
              <a:buClr>
                <a:srgbClr val="17365D"/>
              </a:buClr>
              <a:buSzPct val="100000"/>
              <a:buFont typeface="Arial"/>
              <a:buNone/>
            </a:pPr>
            <a:r>
              <a:rPr lang="en-GB" sz="1800" b="1" i="0" u="none" strike="noStrike" cap="none" dirty="0" smtClean="0">
                <a:solidFill>
                  <a:srgbClr val="17365D"/>
                </a:solidFill>
                <a:latin typeface="Cambria" panose="02040503050406030204" pitchFamily="18" charset="0"/>
                <a:ea typeface="Cambria" panose="02040503050406030204" pitchFamily="18" charset="0"/>
                <a:cs typeface="Verdana"/>
                <a:sym typeface="Verdana"/>
              </a:rPr>
              <a:t>Review-2</a:t>
            </a:r>
            <a:endParaRPr sz="1800" b="1" i="0" u="none" strike="noStrike" cap="none" dirty="0">
              <a:solidFill>
                <a:srgbClr val="17365D"/>
              </a:solidFill>
              <a:latin typeface="Cambria" panose="02040503050406030204" pitchFamily="18" charset="0"/>
              <a:ea typeface="Cambria" panose="02040503050406030204" pitchFamily="18" charset="0"/>
              <a:cs typeface="Verdana"/>
              <a:sym typeface="Verdana"/>
            </a:endParaRPr>
          </a:p>
        </p:txBody>
      </p:sp>
      <p:sp>
        <p:nvSpPr>
          <p:cNvPr id="8" name="Google Shape;91;p13"/>
          <p:cNvSpPr txBox="1"/>
          <p:nvPr/>
        </p:nvSpPr>
        <p:spPr>
          <a:xfrm>
            <a:off x="0" y="4533900"/>
            <a:ext cx="12249915" cy="1562100"/>
          </a:xfrm>
          <a:prstGeom prst="rect">
            <a:avLst/>
          </a:prstGeom>
          <a:noFill/>
          <a:ln>
            <a:noFill/>
          </a:ln>
        </p:spPr>
        <p:txBody>
          <a:bodyPr spcFirstLastPara="1" wrap="square" lIns="91425" tIns="45700" rIns="91425" bIns="45700" anchor="t" anchorCtr="0">
            <a:noAutofit/>
          </a:bodyPr>
          <a:lstStyle/>
          <a:p>
            <a:pPr marL="0" marR="0" lvl="0" indent="0" rtl="0">
              <a:spcBef>
                <a:spcPts val="0"/>
              </a:spcBef>
              <a:spcAft>
                <a:spcPts val="0"/>
              </a:spcAft>
              <a:buClr>
                <a:srgbClr val="17365D"/>
              </a:buClr>
              <a:buSzPct val="100000"/>
              <a:buFont typeface="Arial"/>
              <a:buNone/>
            </a:pPr>
            <a:r>
              <a:rPr lang="en-US" sz="1800" b="1" i="0" u="none" strike="noStrike" cap="none" dirty="0">
                <a:solidFill>
                  <a:schemeClr val="accent1"/>
                </a:solidFill>
                <a:latin typeface="Cambria" panose="02040503050406030204" pitchFamily="18" charset="0"/>
                <a:ea typeface="Cambria" panose="02040503050406030204" pitchFamily="18" charset="0"/>
                <a:cs typeface="Verdana"/>
                <a:sym typeface="Verdana"/>
              </a:rPr>
              <a:t>Name of the Program: </a:t>
            </a:r>
            <a:r>
              <a:rPr lang="en-US" sz="1800" b="1" dirty="0">
                <a:solidFill>
                  <a:schemeClr val="accent1"/>
                </a:solidFill>
                <a:latin typeface="Cambria" panose="02040503050406030204" pitchFamily="18" charset="0"/>
                <a:ea typeface="Cambria" panose="02040503050406030204" pitchFamily="18" charset="0"/>
                <a:cs typeface="Verdana"/>
                <a:sym typeface="Verdana"/>
              </a:rPr>
              <a:t> </a:t>
            </a:r>
            <a:r>
              <a:rPr lang="en-US" sz="1800" b="1" dirty="0">
                <a:solidFill>
                  <a:schemeClr val="tx1"/>
                </a:solidFill>
                <a:latin typeface="Cambria" panose="02040503050406030204" pitchFamily="18" charset="0"/>
                <a:ea typeface="Cambria" panose="02040503050406030204" pitchFamily="18" charset="0"/>
                <a:cs typeface="Verdana"/>
                <a:sym typeface="Verdana"/>
              </a:rPr>
              <a:t>Information Science and Engineering</a:t>
            </a:r>
            <a:endParaRPr lang="en-US" sz="1800" b="1" i="0" u="none" strike="noStrike" cap="none" dirty="0">
              <a:solidFill>
                <a:schemeClr val="accent1"/>
              </a:solidFill>
              <a:latin typeface="Cambria" panose="02040503050406030204" pitchFamily="18" charset="0"/>
              <a:ea typeface="Cambria" panose="02040503050406030204" pitchFamily="18" charset="0"/>
              <a:cs typeface="Verdana"/>
              <a:sym typeface="Verdana"/>
            </a:endParaRPr>
          </a:p>
          <a:p>
            <a:pPr lvl="0">
              <a:buClr>
                <a:srgbClr val="17365D"/>
              </a:buClr>
              <a:buSzPct val="100000"/>
            </a:pPr>
            <a:r>
              <a:rPr lang="en-US" sz="1800" b="1" dirty="0">
                <a:solidFill>
                  <a:schemeClr val="accent1"/>
                </a:solidFill>
                <a:latin typeface="Cambria" panose="02040503050406030204" pitchFamily="18" charset="0"/>
                <a:ea typeface="Cambria" panose="02040503050406030204" pitchFamily="18" charset="0"/>
                <a:cs typeface="Verdana"/>
                <a:sym typeface="Verdana"/>
              </a:rPr>
              <a:t>Name of the HoD: </a:t>
            </a:r>
            <a:r>
              <a:rPr lang="pt-BR" sz="1800" b="1" dirty="0">
                <a:solidFill>
                  <a:schemeClr val="tx1"/>
                </a:solidFill>
                <a:latin typeface="Cambria" panose="02040503050406030204" pitchFamily="18" charset="0"/>
                <a:ea typeface="Cambria" panose="02040503050406030204" pitchFamily="18" charset="0"/>
                <a:cs typeface="Verdana"/>
                <a:sym typeface="Verdana"/>
              </a:rPr>
              <a:t>Dr. Zafar Ali Khan N</a:t>
            </a:r>
            <a:endParaRPr lang="en-US" sz="1800" b="1" dirty="0">
              <a:solidFill>
                <a:schemeClr val="tx1"/>
              </a:solidFill>
              <a:latin typeface="Cambria" panose="02040503050406030204" pitchFamily="18" charset="0"/>
              <a:ea typeface="Cambria" panose="02040503050406030204" pitchFamily="18" charset="0"/>
              <a:cs typeface="Verdana"/>
              <a:sym typeface="Verdana"/>
            </a:endParaRPr>
          </a:p>
          <a:p>
            <a:pPr lvl="0">
              <a:buClr>
                <a:srgbClr val="17365D"/>
              </a:buClr>
              <a:buSzPct val="100000"/>
            </a:pPr>
            <a:r>
              <a:rPr lang="en-US" sz="1800" b="1" i="0" u="none" strike="noStrike" cap="none" dirty="0">
                <a:solidFill>
                  <a:schemeClr val="accent1"/>
                </a:solidFill>
                <a:latin typeface="Cambria" panose="02040503050406030204" pitchFamily="18" charset="0"/>
                <a:ea typeface="Cambria" panose="02040503050406030204" pitchFamily="18" charset="0"/>
                <a:cs typeface="Verdana"/>
                <a:sym typeface="Verdana"/>
              </a:rPr>
              <a:t>Name of the Program Project Coordinator</a:t>
            </a:r>
            <a:r>
              <a:rPr lang="en-US" sz="1800" b="1" dirty="0">
                <a:solidFill>
                  <a:schemeClr val="accent1"/>
                </a:solidFill>
                <a:latin typeface="Cambria" panose="02040503050406030204" pitchFamily="18" charset="0"/>
                <a:ea typeface="Cambria" panose="02040503050406030204" pitchFamily="18" charset="0"/>
                <a:cs typeface="Verdana"/>
                <a:sym typeface="Verdana"/>
              </a:rPr>
              <a:t>: </a:t>
            </a:r>
            <a:r>
              <a:rPr lang="en-US" sz="1800" b="1" dirty="0">
                <a:solidFill>
                  <a:schemeClr val="tx1"/>
                </a:solidFill>
                <a:latin typeface="Cambria" panose="02040503050406030204" pitchFamily="18" charset="0"/>
                <a:ea typeface="Cambria" panose="02040503050406030204" pitchFamily="18" charset="0"/>
                <a:cs typeface="Verdana"/>
                <a:sym typeface="Verdana"/>
              </a:rPr>
              <a:t>Ms. Suma N G</a:t>
            </a:r>
          </a:p>
          <a:p>
            <a:pPr lvl="0">
              <a:buClr>
                <a:srgbClr val="17365D"/>
              </a:buClr>
              <a:buSzPct val="100000"/>
            </a:pPr>
            <a:r>
              <a:rPr lang="en-US" sz="1800" b="1" dirty="0">
                <a:solidFill>
                  <a:schemeClr val="accent1"/>
                </a:solidFill>
                <a:latin typeface="Cambria" panose="02040503050406030204" pitchFamily="18" charset="0"/>
                <a:ea typeface="Cambria" panose="02040503050406030204" pitchFamily="18" charset="0"/>
                <a:cs typeface="Verdana"/>
                <a:sym typeface="Verdana"/>
              </a:rPr>
              <a:t>Name of the School Project Coordinators: </a:t>
            </a:r>
            <a:r>
              <a:rPr lang="en-US" sz="1800" b="1" i="0" u="none" strike="noStrike" cap="none" dirty="0">
                <a:solidFill>
                  <a:schemeClr val="tx1"/>
                </a:solidFill>
                <a:latin typeface="Cambria" panose="02040503050406030204" pitchFamily="18" charset="0"/>
                <a:ea typeface="Cambria" panose="02040503050406030204" pitchFamily="18" charset="0"/>
                <a:cs typeface="Verdana"/>
                <a:sym typeface="Verdana"/>
              </a:rPr>
              <a:t>Dr. Sampath A K , Dr. Geetha A </a:t>
            </a:r>
            <a:endParaRPr sz="1800" b="1" i="0" u="none" strike="noStrike" cap="none" dirty="0">
              <a:solidFill>
                <a:schemeClr val="tx1"/>
              </a:solidFill>
              <a:latin typeface="Cambria" panose="02040503050406030204" pitchFamily="18" charset="0"/>
              <a:ea typeface="Cambria" panose="02040503050406030204" pitchFamily="18" charset="0"/>
              <a:cs typeface="Verdana"/>
              <a:sym typeface="Verdana"/>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4"/>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latin typeface="Cambria" panose="02040503050406030204" pitchFamily="18" charset="0"/>
                <a:ea typeface="Cambria" panose="02040503050406030204" pitchFamily="18" charset="0"/>
              </a:rPr>
              <a:t>Content:</a:t>
            </a:r>
            <a:endParaRPr dirty="0">
              <a:latin typeface="Cambria" panose="02040503050406030204" pitchFamily="18" charset="0"/>
              <a:ea typeface="Cambria" panose="02040503050406030204" pitchFamily="18" charset="0"/>
            </a:endParaRPr>
          </a:p>
        </p:txBody>
      </p:sp>
      <p:sp>
        <p:nvSpPr>
          <p:cNvPr id="97" name="Google Shape;97;p14"/>
          <p:cNvSpPr txBox="1">
            <a:spLocks noGrp="1"/>
          </p:cNvSpPr>
          <p:nvPr>
            <p:ph type="body" idx="1"/>
          </p:nvPr>
        </p:nvSpPr>
        <p:spPr>
          <a:xfrm>
            <a:off x="655782" y="1085850"/>
            <a:ext cx="10668000" cy="5100637"/>
          </a:xfrm>
          <a:prstGeom prst="rect">
            <a:avLst/>
          </a:prstGeom>
          <a:noFill/>
          <a:ln>
            <a:noFill/>
          </a:ln>
        </p:spPr>
        <p:txBody>
          <a:bodyPr spcFirstLastPara="1" wrap="square" lIns="91425" tIns="45700" rIns="91425" bIns="45700" anchor="t" anchorCtr="0">
            <a:normAutofit fontScale="85000" lnSpcReduction="10000"/>
          </a:bodyPr>
          <a:lstStyle/>
          <a:p>
            <a:pPr marL="495300" indent="-342900" algn="just">
              <a:lnSpc>
                <a:spcPct val="200000"/>
              </a:lnSpc>
              <a:spcBef>
                <a:spcPts val="0"/>
              </a:spcBef>
              <a:buFont typeface="Arial" panose="020B0604020202020204" pitchFamily="34" charset="0"/>
              <a:buChar char="•"/>
            </a:pPr>
            <a:r>
              <a:rPr lang="en-US" sz="2000" dirty="0">
                <a:latin typeface="Cambria" panose="02040503050406030204" pitchFamily="18" charset="0"/>
                <a:ea typeface="Cambria" panose="02040503050406030204" pitchFamily="18" charset="0"/>
              </a:rPr>
              <a:t>Abstract</a:t>
            </a:r>
          </a:p>
          <a:p>
            <a:pPr marL="495300" indent="-342900" algn="just">
              <a:lnSpc>
                <a:spcPct val="200000"/>
              </a:lnSpc>
              <a:spcBef>
                <a:spcPts val="0"/>
              </a:spcBef>
              <a:buFont typeface="Arial" panose="020B0604020202020204" pitchFamily="34" charset="0"/>
              <a:buChar char="•"/>
            </a:pPr>
            <a:r>
              <a:rPr lang="en-US" sz="2000" dirty="0">
                <a:latin typeface="Cambria" panose="02040503050406030204" pitchFamily="18" charset="0"/>
                <a:ea typeface="Cambria" panose="02040503050406030204" pitchFamily="18" charset="0"/>
              </a:rPr>
              <a:t>Literature Survey</a:t>
            </a:r>
          </a:p>
          <a:p>
            <a:pPr marL="495300" indent="-342900" algn="just">
              <a:lnSpc>
                <a:spcPct val="200000"/>
              </a:lnSpc>
              <a:spcBef>
                <a:spcPts val="0"/>
              </a:spcBef>
              <a:buFont typeface="Arial" panose="020B0604020202020204" pitchFamily="34" charset="0"/>
              <a:buChar char="•"/>
            </a:pPr>
            <a:r>
              <a:rPr lang="en-US" sz="2000" dirty="0">
                <a:latin typeface="Cambria" panose="02040503050406030204" pitchFamily="18" charset="0"/>
                <a:ea typeface="Cambria" panose="02040503050406030204" pitchFamily="18" charset="0"/>
              </a:rPr>
              <a:t>Objectives</a:t>
            </a:r>
          </a:p>
          <a:p>
            <a:pPr marL="495300" indent="-342900" algn="just">
              <a:lnSpc>
                <a:spcPct val="200000"/>
              </a:lnSpc>
              <a:spcBef>
                <a:spcPts val="0"/>
              </a:spcBef>
              <a:buFont typeface="Arial" panose="020B0604020202020204" pitchFamily="34" charset="0"/>
              <a:buChar char="•"/>
            </a:pPr>
            <a:r>
              <a:rPr lang="en-US" sz="2000" dirty="0">
                <a:latin typeface="Cambria" panose="02040503050406030204" pitchFamily="18" charset="0"/>
                <a:ea typeface="Cambria" panose="02040503050406030204" pitchFamily="18" charset="0"/>
              </a:rPr>
              <a:t>Existing Methods and Drawbacks</a:t>
            </a:r>
          </a:p>
          <a:p>
            <a:pPr marL="495300" indent="-342900" algn="just">
              <a:lnSpc>
                <a:spcPct val="200000"/>
              </a:lnSpc>
              <a:spcBef>
                <a:spcPts val="0"/>
              </a:spcBef>
              <a:buFont typeface="Arial" panose="020B0604020202020204" pitchFamily="34" charset="0"/>
              <a:buChar char="•"/>
            </a:pPr>
            <a:r>
              <a:rPr lang="en-IN" sz="2000" dirty="0">
                <a:latin typeface="Cambria" panose="02040503050406030204" pitchFamily="18" charset="0"/>
                <a:ea typeface="Cambria" panose="02040503050406030204" pitchFamily="18" charset="0"/>
              </a:rPr>
              <a:t>Proposed Method &amp; Feasibility Study </a:t>
            </a:r>
            <a:endParaRPr lang="en-US" sz="2000" dirty="0">
              <a:latin typeface="Cambria" panose="02040503050406030204" pitchFamily="18" charset="0"/>
              <a:ea typeface="Cambria" panose="02040503050406030204" pitchFamily="18" charset="0"/>
            </a:endParaRPr>
          </a:p>
          <a:p>
            <a:pPr marL="495300" indent="-342900" algn="just">
              <a:lnSpc>
                <a:spcPct val="200000"/>
              </a:lnSpc>
              <a:spcBef>
                <a:spcPts val="0"/>
              </a:spcBef>
              <a:buFont typeface="Arial" panose="020B0604020202020204" pitchFamily="34" charset="0"/>
              <a:buChar char="•"/>
            </a:pPr>
            <a:r>
              <a:rPr lang="en-US" sz="2000" dirty="0">
                <a:latin typeface="Cambria" panose="02040503050406030204" pitchFamily="18" charset="0"/>
                <a:ea typeface="Cambria" panose="02040503050406030204" pitchFamily="18" charset="0"/>
              </a:rPr>
              <a:t>Block Diagram</a:t>
            </a:r>
          </a:p>
          <a:p>
            <a:pPr marL="495300" indent="-342900" algn="just">
              <a:lnSpc>
                <a:spcPct val="200000"/>
              </a:lnSpc>
              <a:spcBef>
                <a:spcPts val="0"/>
              </a:spcBef>
              <a:buFont typeface="Arial" panose="020B0604020202020204" pitchFamily="34" charset="0"/>
              <a:buChar char="•"/>
            </a:pPr>
            <a:r>
              <a:rPr lang="en-US" sz="2000" dirty="0">
                <a:latin typeface="Cambria" panose="02040503050406030204" pitchFamily="18" charset="0"/>
                <a:ea typeface="Cambria" panose="02040503050406030204" pitchFamily="18" charset="0"/>
              </a:rPr>
              <a:t>Modules</a:t>
            </a:r>
          </a:p>
          <a:p>
            <a:pPr marL="495300" indent="-342900" algn="just">
              <a:lnSpc>
                <a:spcPct val="200000"/>
              </a:lnSpc>
              <a:spcBef>
                <a:spcPts val="0"/>
              </a:spcBef>
              <a:buFont typeface="Arial" panose="020B0604020202020204" pitchFamily="34" charset="0"/>
              <a:buChar char="•"/>
            </a:pPr>
            <a:r>
              <a:rPr lang="en-US" sz="2000" dirty="0">
                <a:latin typeface="Cambria" panose="02040503050406030204" pitchFamily="18" charset="0"/>
                <a:ea typeface="Cambria" panose="02040503050406030204" pitchFamily="18" charset="0"/>
              </a:rPr>
              <a:t>Hardware/Software Requirements</a:t>
            </a:r>
          </a:p>
          <a:p>
            <a:pPr marL="495300" indent="-342900" algn="just">
              <a:lnSpc>
                <a:spcPct val="200000"/>
              </a:lnSpc>
              <a:spcBef>
                <a:spcPts val="0"/>
              </a:spcBef>
              <a:buFont typeface="Arial" panose="020B0604020202020204" pitchFamily="34" charset="0"/>
              <a:buChar char="•"/>
            </a:pPr>
            <a:r>
              <a:rPr lang="en-US" sz="2000" dirty="0">
                <a:latin typeface="Cambria" panose="02040503050406030204" pitchFamily="18" charset="0"/>
                <a:ea typeface="Cambria" panose="02040503050406030204" pitchFamily="18" charset="0"/>
              </a:rPr>
              <a:t>Timeline</a:t>
            </a:r>
          </a:p>
          <a:p>
            <a:pPr marL="495300" indent="-342900" algn="just">
              <a:lnSpc>
                <a:spcPct val="200000"/>
              </a:lnSpc>
              <a:spcBef>
                <a:spcPts val="0"/>
              </a:spcBef>
              <a:buFont typeface="Arial" panose="020B0604020202020204" pitchFamily="34" charset="0"/>
              <a:buChar char="•"/>
            </a:pPr>
            <a:r>
              <a:rPr lang="en-US" sz="2000" dirty="0">
                <a:latin typeface="Cambria" panose="02040503050406030204" pitchFamily="18" charset="0"/>
                <a:ea typeface="Cambria" panose="02040503050406030204" pitchFamily="18" charset="0"/>
              </a:rPr>
              <a:t>References</a:t>
            </a:r>
          </a:p>
          <a:p>
            <a:pPr marL="495300" lvl="0" indent="-342900" algn="just" rtl="0">
              <a:lnSpc>
                <a:spcPct val="200000"/>
              </a:lnSpc>
              <a:spcBef>
                <a:spcPts val="0"/>
              </a:spcBef>
              <a:spcAft>
                <a:spcPts val="0"/>
              </a:spcAft>
              <a:buClr>
                <a:schemeClr val="dk1"/>
              </a:buClr>
              <a:buSzPts val="2400"/>
              <a:buFont typeface="Wingdings" panose="05000000000000000000" pitchFamily="2" charset="2"/>
              <a:buChar char="Ø"/>
            </a:pPr>
            <a:endParaRPr lang="en-US" sz="2100" dirty="0">
              <a:latin typeface="Cambria" panose="02040503050406030204" pitchFamily="18" charset="0"/>
              <a:ea typeface="Cambria" panose="02040503050406030204" pitchFamily="18" charset="0"/>
            </a:endParaRPr>
          </a:p>
          <a:p>
            <a:pPr marL="495300" lvl="0" indent="-342900" algn="just" rtl="0">
              <a:lnSpc>
                <a:spcPct val="200000"/>
              </a:lnSpc>
              <a:spcBef>
                <a:spcPts val="0"/>
              </a:spcBef>
              <a:spcAft>
                <a:spcPts val="0"/>
              </a:spcAft>
              <a:buClr>
                <a:schemeClr val="dk1"/>
              </a:buClr>
              <a:buSzPts val="2400"/>
              <a:buFont typeface="Wingdings" panose="05000000000000000000" pitchFamily="2" charset="2"/>
              <a:buChar char="Ø"/>
            </a:pPr>
            <a:endParaRPr lang="en-US" dirty="0">
              <a:latin typeface="Cambria" panose="02040503050406030204" pitchFamily="18" charset="0"/>
              <a:ea typeface="Cambria" panose="02040503050406030204" pitchFamily="18" charset="0"/>
            </a:endParaRPr>
          </a:p>
          <a:p>
            <a:pPr marL="495300" lvl="0" indent="-342900" algn="just" rtl="0">
              <a:lnSpc>
                <a:spcPct val="200000"/>
              </a:lnSpc>
              <a:spcBef>
                <a:spcPts val="0"/>
              </a:spcBef>
              <a:spcAft>
                <a:spcPts val="0"/>
              </a:spcAft>
              <a:buClr>
                <a:schemeClr val="dk1"/>
              </a:buClr>
              <a:buSzPts val="2400"/>
              <a:buFont typeface="Wingdings" panose="05000000000000000000" pitchFamily="2" charset="2"/>
              <a:buChar char="Ø"/>
            </a:pPr>
            <a:endParaRPr dirty="0">
              <a:latin typeface="Cambria" panose="02040503050406030204" pitchFamily="18" charset="0"/>
              <a:ea typeface="Cambria" panose="020405030504060302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4"/>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smtClean="0">
                <a:latin typeface="Cambria" panose="02040503050406030204" pitchFamily="18" charset="0"/>
                <a:ea typeface="Cambria" panose="02040503050406030204" pitchFamily="18" charset="0"/>
              </a:rPr>
              <a:t>Abstract</a:t>
            </a:r>
            <a:endParaRPr dirty="0">
              <a:latin typeface="Cambria" panose="02040503050406030204" pitchFamily="18" charset="0"/>
              <a:ea typeface="Cambria" panose="02040503050406030204" pitchFamily="18" charset="0"/>
            </a:endParaRPr>
          </a:p>
        </p:txBody>
      </p:sp>
      <p:sp>
        <p:nvSpPr>
          <p:cNvPr id="97" name="Google Shape;97;p14"/>
          <p:cNvSpPr txBox="1">
            <a:spLocks noGrp="1"/>
          </p:cNvSpPr>
          <p:nvPr>
            <p:ph type="body" idx="1"/>
          </p:nvPr>
        </p:nvSpPr>
        <p:spPr>
          <a:xfrm>
            <a:off x="641495" y="1257300"/>
            <a:ext cx="10668000" cy="5314950"/>
          </a:xfrm>
          <a:prstGeom prst="rect">
            <a:avLst/>
          </a:prstGeom>
          <a:noFill/>
          <a:ln>
            <a:noFill/>
          </a:ln>
        </p:spPr>
        <p:txBody>
          <a:bodyPr spcFirstLastPara="1" wrap="square" lIns="91425" tIns="45700" rIns="91425" bIns="45700" anchor="t" anchorCtr="0">
            <a:normAutofit/>
          </a:bodyPr>
          <a:lstStyle/>
          <a:p>
            <a:pPr marL="76200" indent="0">
              <a:buNone/>
            </a:pPr>
            <a:r>
              <a:rPr lang="en-US" dirty="0">
                <a:latin typeface="Cambria" pitchFamily="18" charset="0"/>
                <a:ea typeface="Cambria" pitchFamily="18" charset="0"/>
              </a:rPr>
              <a:t>Agriculture is one of the most important sectors contributing to food security, yet crop diseases continue to cause significant yield losses worldwide. Traditional disease detection relies on manual inspection, which is time-consuming, error-prone, and requires expert knowledge. To address this, we propose an AI-driven crop disease detection and management system using deep learning, specifically convolutional neural networks (CNNs). The system preprocesses leaf images, classifies them as healthy or diseased, and provides timely recommendations to farmers. This approach ensures early detection, reduces crop losses, and promotes sustainable agricultural practices</a:t>
            </a:r>
          </a:p>
        </p:txBody>
      </p:sp>
    </p:spTree>
    <p:extLst>
      <p:ext uri="{BB962C8B-B14F-4D97-AF65-F5344CB8AC3E}">
        <p14:creationId xmlns:p14="http://schemas.microsoft.com/office/powerpoint/2010/main" val="2637979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8674" y="274637"/>
            <a:ext cx="10652125" cy="625475"/>
          </a:xfrm>
        </p:spPr>
        <p:txBody>
          <a:bodyPr/>
          <a:lstStyle/>
          <a:p>
            <a:pPr marL="495300" indent="-342900">
              <a:lnSpc>
                <a:spcPct val="200000"/>
              </a:lnSpc>
            </a:pPr>
            <a:r>
              <a:rPr lang="en-US" dirty="0">
                <a:latin typeface="Cambria" panose="02040503050406030204" pitchFamily="18" charset="0"/>
                <a:ea typeface="Cambria" panose="02040503050406030204" pitchFamily="18" charset="0"/>
              </a:rPr>
              <a:t>Literature </a:t>
            </a:r>
            <a:r>
              <a:rPr lang="en-US" dirty="0" smtClean="0">
                <a:latin typeface="Cambria" panose="02040503050406030204" pitchFamily="18" charset="0"/>
                <a:ea typeface="Cambria" panose="02040503050406030204" pitchFamily="18" charset="0"/>
              </a:rPr>
              <a:t>Survey:</a:t>
            </a:r>
            <a:endParaRPr lang="en-US" dirty="0">
              <a:latin typeface="Cambria" panose="02040503050406030204" pitchFamily="18" charset="0"/>
              <a:ea typeface="Cambria" panose="02040503050406030204" pitchFamily="18" charset="0"/>
            </a:endParaRPr>
          </a:p>
        </p:txBody>
      </p:sp>
      <p:graphicFrame>
        <p:nvGraphicFramePr>
          <p:cNvPr id="6" name="Table 5"/>
          <p:cNvGraphicFramePr>
            <a:graphicFrameLocks noGrp="1"/>
          </p:cNvGraphicFramePr>
          <p:nvPr>
            <p:extLst>
              <p:ext uri="{D42A27DB-BD31-4B8C-83A1-F6EECF244321}">
                <p14:modId xmlns:p14="http://schemas.microsoft.com/office/powerpoint/2010/main" val="447737725"/>
              </p:ext>
            </p:extLst>
          </p:nvPr>
        </p:nvGraphicFramePr>
        <p:xfrm>
          <a:off x="749300" y="1117600"/>
          <a:ext cx="10769600" cy="4381500"/>
        </p:xfrm>
        <a:graphic>
          <a:graphicData uri="http://schemas.openxmlformats.org/drawingml/2006/table">
            <a:tbl>
              <a:tblPr firstRow="1" bandRow="1"/>
              <a:tblGrid>
                <a:gridCol w="1968500"/>
                <a:gridCol w="4356100"/>
                <a:gridCol w="4445000"/>
              </a:tblGrid>
              <a:tr h="546100">
                <a:tc>
                  <a:txBody>
                    <a:bodyPr/>
                    <a:lstStyle/>
                    <a:p>
                      <a:r>
                        <a:rPr lang="en-US" sz="2400" b="1" dirty="0" smtClean="0">
                          <a:latin typeface="Cambria" pitchFamily="18" charset="0"/>
                          <a:ea typeface="Cambria" pitchFamily="18" charset="0"/>
                        </a:rPr>
                        <a:t>Ref no.</a:t>
                      </a:r>
                      <a:endParaRPr lang="en-IN" sz="2400" b="1" dirty="0">
                        <a:latin typeface="Cambria" pitchFamily="18" charset="0"/>
                        <a:ea typeface="Cambria" pitchFamily="18" charset="0"/>
                      </a:endParaRPr>
                    </a:p>
                  </a:txBody>
                  <a:tcPr/>
                </a:tc>
                <a:tc>
                  <a:txBody>
                    <a:bodyPr/>
                    <a:lstStyle/>
                    <a:p>
                      <a:r>
                        <a:rPr lang="en-IN" sz="2400" b="1" dirty="0" smtClean="0">
                          <a:latin typeface="Cambria" pitchFamily="18" charset="0"/>
                          <a:ea typeface="Cambria" pitchFamily="18" charset="0"/>
                        </a:rPr>
                        <a:t>Author(s) &amp; Year</a:t>
                      </a:r>
                      <a:endParaRPr lang="en-IN" sz="2400" b="1" dirty="0">
                        <a:latin typeface="Cambria" pitchFamily="18" charset="0"/>
                        <a:ea typeface="Cambri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2400" b="1" dirty="0" smtClean="0">
                          <a:latin typeface="Cambria" pitchFamily="18" charset="0"/>
                          <a:ea typeface="Cambria" pitchFamily="18" charset="0"/>
                        </a:rPr>
                        <a:t>Approach / Method</a:t>
                      </a:r>
                      <a:endParaRPr lang="en-IN" sz="2400" b="1" dirty="0">
                        <a:latin typeface="Cambria" pitchFamily="18" charset="0"/>
                        <a:ea typeface="Cambria" pitchFamily="18" charset="0"/>
                      </a:endParaRPr>
                    </a:p>
                  </a:txBody>
                  <a:tcPr/>
                </a:tc>
              </a:tr>
              <a:tr h="268301">
                <a:tc>
                  <a:txBody>
                    <a:bodyPr/>
                    <a:lstStyle/>
                    <a:p>
                      <a:r>
                        <a:rPr lang="da-DK" sz="1800" b="0" dirty="0" smtClean="0">
                          <a:latin typeface="Cambria" pitchFamily="18" charset="0"/>
                          <a:ea typeface="Cambria" pitchFamily="18" charset="0"/>
                        </a:rPr>
                        <a:t>[1] Mohanty et al., 2016</a:t>
                      </a:r>
                      <a:endParaRPr lang="en-IN" sz="1800" b="0" dirty="0">
                        <a:latin typeface="Cambria" pitchFamily="18" charset="0"/>
                        <a:ea typeface="Cambria" pitchFamily="18" charset="0"/>
                      </a:endParaRPr>
                    </a:p>
                  </a:txBody>
                  <a:tcPr/>
                </a:tc>
                <a:tc>
                  <a:txBody>
                    <a:bodyPr/>
                    <a:lstStyle/>
                    <a:p>
                      <a:r>
                        <a:rPr lang="en-US" sz="1800" b="0" dirty="0" smtClean="0">
                          <a:latin typeface="Cambria" pitchFamily="18" charset="0"/>
                          <a:ea typeface="Cambria" pitchFamily="18" charset="0"/>
                        </a:rPr>
                        <a:t>CNN-based deep learning on </a:t>
                      </a:r>
                      <a:r>
                        <a:rPr lang="en-US" sz="1800" b="0" dirty="0" err="1" smtClean="0">
                          <a:latin typeface="Cambria" pitchFamily="18" charset="0"/>
                          <a:ea typeface="Cambria" pitchFamily="18" charset="0"/>
                        </a:rPr>
                        <a:t>PlantVillage</a:t>
                      </a:r>
                      <a:r>
                        <a:rPr lang="en-US" sz="1800" b="0" dirty="0" smtClean="0">
                          <a:latin typeface="Cambria" pitchFamily="18" charset="0"/>
                          <a:ea typeface="Cambria" pitchFamily="18" charset="0"/>
                        </a:rPr>
                        <a:t> dataset</a:t>
                      </a:r>
                      <a:endParaRPr lang="en-IN" sz="1800" b="0" dirty="0">
                        <a:latin typeface="Cambria" pitchFamily="18" charset="0"/>
                        <a:ea typeface="Cambria" pitchFamily="18" charset="0"/>
                      </a:endParaRPr>
                    </a:p>
                  </a:txBody>
                  <a:tcPr/>
                </a:tc>
                <a:tc>
                  <a:txBody>
                    <a:bodyPr/>
                    <a:lstStyle/>
                    <a:p>
                      <a:r>
                        <a:rPr lang="en-US" sz="1800" b="0" dirty="0" smtClean="0">
                          <a:latin typeface="Cambria" pitchFamily="18" charset="0"/>
                          <a:ea typeface="Cambria" pitchFamily="18" charset="0"/>
                        </a:rPr>
                        <a:t>Early use of CNNs for plant disease detection; achieved high accuracy but dataset limited to lab conditions.</a:t>
                      </a:r>
                      <a:endParaRPr lang="en-IN" sz="1800" b="0" dirty="0">
                        <a:latin typeface="Cambria" pitchFamily="18" charset="0"/>
                        <a:ea typeface="Cambria" pitchFamily="18" charset="0"/>
                      </a:endParaRPr>
                    </a:p>
                  </a:txBody>
                  <a:tcPr/>
                </a:tc>
              </a:tr>
              <a:tr h="939800">
                <a:tc>
                  <a:txBody>
                    <a:bodyPr/>
                    <a:lstStyle/>
                    <a:p>
                      <a:r>
                        <a:rPr lang="da-DK" sz="1800" dirty="0" smtClean="0">
                          <a:latin typeface="Cambria" pitchFamily="18" charset="0"/>
                          <a:ea typeface="Cambria" pitchFamily="18" charset="0"/>
                        </a:rPr>
                        <a:t>[2] Too et al., 2019</a:t>
                      </a:r>
                      <a:endParaRPr lang="en-IN" sz="1800" dirty="0">
                        <a:latin typeface="Cambria" pitchFamily="18" charset="0"/>
                        <a:ea typeface="Cambria" pitchFamily="18" charset="0"/>
                      </a:endParaRPr>
                    </a:p>
                  </a:txBody>
                  <a:tcPr/>
                </a:tc>
                <a:tc>
                  <a:txBody>
                    <a:bodyPr/>
                    <a:lstStyle/>
                    <a:p>
                      <a:r>
                        <a:rPr lang="en-IN" sz="1800" dirty="0" smtClean="0">
                          <a:latin typeface="Cambria" pitchFamily="18" charset="0"/>
                          <a:ea typeface="Cambria" pitchFamily="18" charset="0"/>
                        </a:rPr>
                        <a:t>Fine-tuning deep learning models</a:t>
                      </a:r>
                      <a:endParaRPr lang="en-IN" sz="180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Compared multiple pre-trained CNNs (e.g., VGG, </a:t>
                      </a:r>
                      <a:r>
                        <a:rPr lang="en-US" sz="1800" dirty="0" err="1" smtClean="0">
                          <a:latin typeface="Cambria" pitchFamily="18" charset="0"/>
                          <a:ea typeface="Cambria" pitchFamily="18" charset="0"/>
                        </a:rPr>
                        <a:t>ResNet</a:t>
                      </a:r>
                      <a:r>
                        <a:rPr lang="en-US" sz="1800" dirty="0" smtClean="0">
                          <a:latin typeface="Cambria" pitchFamily="18" charset="0"/>
                          <a:ea typeface="Cambria" pitchFamily="18" charset="0"/>
                        </a:rPr>
                        <a:t>); improved accuracy but required large compute resources.</a:t>
                      </a:r>
                      <a:endParaRPr lang="en-IN" sz="1800" dirty="0">
                        <a:latin typeface="Cambria" pitchFamily="18" charset="0"/>
                        <a:ea typeface="Cambria" pitchFamily="18" charset="0"/>
                      </a:endParaRPr>
                    </a:p>
                  </a:txBody>
                  <a:tcPr/>
                </a:tc>
              </a:tr>
              <a:tr h="990600">
                <a:tc>
                  <a:txBody>
                    <a:bodyPr/>
                    <a:lstStyle/>
                    <a:p>
                      <a:r>
                        <a:rPr lang="en-IN" sz="1800" dirty="0" smtClean="0">
                          <a:latin typeface="Cambria" pitchFamily="18" charset="0"/>
                          <a:ea typeface="Cambria" pitchFamily="18" charset="0"/>
                        </a:rPr>
                        <a:t>[3] </a:t>
                      </a:r>
                      <a:r>
                        <a:rPr lang="en-IN" sz="1800" dirty="0" err="1" smtClean="0">
                          <a:latin typeface="Cambria" pitchFamily="18" charset="0"/>
                          <a:ea typeface="Cambria" pitchFamily="18" charset="0"/>
                        </a:rPr>
                        <a:t>Ferentinos</a:t>
                      </a:r>
                      <a:r>
                        <a:rPr lang="en-IN" sz="1800" dirty="0" smtClean="0">
                          <a:latin typeface="Cambria" pitchFamily="18" charset="0"/>
                          <a:ea typeface="Cambria" pitchFamily="18" charset="0"/>
                        </a:rPr>
                        <a:t>, 2018</a:t>
                      </a:r>
                      <a:endParaRPr lang="en-IN" sz="1800" dirty="0">
                        <a:latin typeface="Cambria" pitchFamily="18" charset="0"/>
                        <a:ea typeface="Cambria" pitchFamily="18" charset="0"/>
                      </a:endParaRPr>
                    </a:p>
                  </a:txBody>
                  <a:tcPr/>
                </a:tc>
                <a:tc>
                  <a:txBody>
                    <a:bodyPr/>
                    <a:lstStyle/>
                    <a:p>
                      <a:r>
                        <a:rPr lang="en-IN" sz="1800" dirty="0" smtClean="0">
                          <a:latin typeface="Cambria" pitchFamily="18" charset="0"/>
                          <a:ea typeface="Cambria" pitchFamily="18" charset="0"/>
                        </a:rPr>
                        <a:t>Deep CNN models for diagnosis</a:t>
                      </a:r>
                      <a:endParaRPr lang="en-IN" sz="180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Trained CNNs on 58,000 images, achieved &gt;99% accuracy; model less effective in real field conditions.</a:t>
                      </a:r>
                      <a:endParaRPr lang="en-IN" sz="1800" dirty="0">
                        <a:latin typeface="Cambria" pitchFamily="18" charset="0"/>
                        <a:ea typeface="Cambria" pitchFamily="18" charset="0"/>
                      </a:endParaRPr>
                    </a:p>
                  </a:txBody>
                  <a:tcPr/>
                </a:tc>
              </a:tr>
              <a:tr h="990600">
                <a:tc>
                  <a:txBody>
                    <a:bodyPr/>
                    <a:lstStyle/>
                    <a:p>
                      <a:r>
                        <a:rPr lang="en-IN" sz="1800" dirty="0" smtClean="0">
                          <a:latin typeface="Cambria" pitchFamily="18" charset="0"/>
                          <a:ea typeface="Cambria" pitchFamily="18" charset="0"/>
                        </a:rPr>
                        <a:t>[4] Jiang et al., 2019 (</a:t>
                      </a:r>
                      <a:r>
                        <a:rPr lang="en-IN" sz="1800" i="1" dirty="0" smtClean="0">
                          <a:latin typeface="Cambria" pitchFamily="18" charset="0"/>
                          <a:ea typeface="Cambria" pitchFamily="18" charset="0"/>
                        </a:rPr>
                        <a:t>IEEE Access</a:t>
                      </a:r>
                      <a:r>
                        <a:rPr lang="en-IN" sz="1800" dirty="0" smtClean="0">
                          <a:latin typeface="Cambria" pitchFamily="18" charset="0"/>
                          <a:ea typeface="Cambria" pitchFamily="18" charset="0"/>
                        </a:rPr>
                        <a:t>)</a:t>
                      </a:r>
                      <a:endParaRPr lang="en-IN" sz="180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Improved CNN for apple leaves</a:t>
                      </a:r>
                      <a:endParaRPr lang="en-IN" sz="180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Real-time apple leaf disease detection; robust but crop-specific.</a:t>
                      </a:r>
                      <a:endParaRPr lang="en-IN" sz="1800" dirty="0">
                        <a:latin typeface="Cambria" pitchFamily="18" charset="0"/>
                        <a:ea typeface="Cambria" pitchFamily="18" charset="0"/>
                      </a:endParaRPr>
                    </a:p>
                  </a:txBody>
                  <a:tcPr/>
                </a:tc>
              </a:tr>
            </a:tbl>
          </a:graphicData>
        </a:graphic>
      </p:graphicFrame>
    </p:spTree>
    <p:extLst>
      <p:ext uri="{BB962C8B-B14F-4D97-AF65-F5344CB8AC3E}">
        <p14:creationId xmlns:p14="http://schemas.microsoft.com/office/powerpoint/2010/main" val="25916255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8674" y="274637"/>
            <a:ext cx="10652125" cy="625475"/>
          </a:xfrm>
        </p:spPr>
        <p:txBody>
          <a:bodyPr/>
          <a:lstStyle/>
          <a:p>
            <a:pPr marL="495300" indent="-342900">
              <a:lnSpc>
                <a:spcPct val="200000"/>
              </a:lnSpc>
            </a:pPr>
            <a:r>
              <a:rPr lang="en-US" dirty="0">
                <a:latin typeface="Cambria" panose="02040503050406030204" pitchFamily="18" charset="0"/>
                <a:ea typeface="Cambria" panose="02040503050406030204" pitchFamily="18" charset="0"/>
              </a:rPr>
              <a:t>Literature </a:t>
            </a:r>
            <a:r>
              <a:rPr lang="en-US" dirty="0" smtClean="0">
                <a:latin typeface="Cambria" panose="02040503050406030204" pitchFamily="18" charset="0"/>
                <a:ea typeface="Cambria" panose="02040503050406030204" pitchFamily="18" charset="0"/>
              </a:rPr>
              <a:t>Survey:</a:t>
            </a:r>
            <a:endParaRPr lang="en-US" dirty="0">
              <a:latin typeface="Cambria" panose="02040503050406030204" pitchFamily="18" charset="0"/>
              <a:ea typeface="Cambria" panose="02040503050406030204" pitchFamily="18" charset="0"/>
            </a:endParaRPr>
          </a:p>
        </p:txBody>
      </p:sp>
      <p:graphicFrame>
        <p:nvGraphicFramePr>
          <p:cNvPr id="6" name="Table 5"/>
          <p:cNvGraphicFramePr>
            <a:graphicFrameLocks noGrp="1"/>
          </p:cNvGraphicFramePr>
          <p:nvPr>
            <p:extLst>
              <p:ext uri="{D42A27DB-BD31-4B8C-83A1-F6EECF244321}">
                <p14:modId xmlns:p14="http://schemas.microsoft.com/office/powerpoint/2010/main" val="790897573"/>
              </p:ext>
            </p:extLst>
          </p:nvPr>
        </p:nvGraphicFramePr>
        <p:xfrm>
          <a:off x="749300" y="1117600"/>
          <a:ext cx="10769600" cy="4381500"/>
        </p:xfrm>
        <a:graphic>
          <a:graphicData uri="http://schemas.openxmlformats.org/drawingml/2006/table">
            <a:tbl>
              <a:tblPr firstRow="1" bandRow="1"/>
              <a:tblGrid>
                <a:gridCol w="1968500"/>
                <a:gridCol w="4356100"/>
                <a:gridCol w="4445000"/>
              </a:tblGrid>
              <a:tr h="546100">
                <a:tc>
                  <a:txBody>
                    <a:bodyPr/>
                    <a:lstStyle/>
                    <a:p>
                      <a:r>
                        <a:rPr lang="en-US" sz="2400" b="1" dirty="0" smtClean="0">
                          <a:latin typeface="Cambria" pitchFamily="18" charset="0"/>
                          <a:ea typeface="Cambria" pitchFamily="18" charset="0"/>
                        </a:rPr>
                        <a:t>Ref no.</a:t>
                      </a:r>
                      <a:endParaRPr lang="en-IN" sz="2400" b="1" dirty="0">
                        <a:latin typeface="Cambria" pitchFamily="18" charset="0"/>
                        <a:ea typeface="Cambria" pitchFamily="18" charset="0"/>
                      </a:endParaRPr>
                    </a:p>
                  </a:txBody>
                  <a:tcPr/>
                </a:tc>
                <a:tc>
                  <a:txBody>
                    <a:bodyPr/>
                    <a:lstStyle/>
                    <a:p>
                      <a:r>
                        <a:rPr lang="en-IN" sz="2400" b="1" dirty="0" smtClean="0">
                          <a:latin typeface="Cambria" pitchFamily="18" charset="0"/>
                          <a:ea typeface="Cambria" pitchFamily="18" charset="0"/>
                        </a:rPr>
                        <a:t>Author(s) &amp; Year</a:t>
                      </a:r>
                      <a:endParaRPr lang="en-IN" sz="2400" b="1" dirty="0">
                        <a:latin typeface="Cambria" pitchFamily="18" charset="0"/>
                        <a:ea typeface="Cambri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2400" b="1" dirty="0" smtClean="0">
                          <a:latin typeface="Cambria" pitchFamily="18" charset="0"/>
                          <a:ea typeface="Cambria" pitchFamily="18" charset="0"/>
                        </a:rPr>
                        <a:t>Approach / Method</a:t>
                      </a:r>
                      <a:endParaRPr lang="en-IN" sz="2400" b="1" dirty="0">
                        <a:latin typeface="Cambria" pitchFamily="18" charset="0"/>
                        <a:ea typeface="Cambria" pitchFamily="18" charset="0"/>
                      </a:endParaRPr>
                    </a:p>
                  </a:txBody>
                  <a:tcPr/>
                </a:tc>
              </a:tr>
              <a:tr h="268301">
                <a:tc>
                  <a:txBody>
                    <a:bodyPr/>
                    <a:lstStyle/>
                    <a:p>
                      <a:r>
                        <a:rPr lang="en-IN" sz="1800" dirty="0" smtClean="0">
                          <a:latin typeface="Cambria" pitchFamily="18" charset="0"/>
                          <a:ea typeface="Cambria" pitchFamily="18" charset="0"/>
                        </a:rPr>
                        <a:t>[5] Zhang et al., 2018 (</a:t>
                      </a:r>
                      <a:r>
                        <a:rPr lang="en-IN" sz="1800" i="1" dirty="0" smtClean="0">
                          <a:latin typeface="Cambria" pitchFamily="18" charset="0"/>
                          <a:ea typeface="Cambria" pitchFamily="18" charset="0"/>
                        </a:rPr>
                        <a:t>IEEE Access</a:t>
                      </a:r>
                      <a:r>
                        <a:rPr lang="en-IN" sz="1800" dirty="0" smtClean="0">
                          <a:latin typeface="Cambria" pitchFamily="18" charset="0"/>
                          <a:ea typeface="Cambria" pitchFamily="18" charset="0"/>
                        </a:rPr>
                        <a:t>)</a:t>
                      </a:r>
                      <a:endParaRPr lang="en-IN" sz="1800" b="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CNN for maize leaf diseases</a:t>
                      </a:r>
                      <a:endParaRPr lang="en-IN" sz="1800" b="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High accuracy on maize dataset; limited scalability to other crops.</a:t>
                      </a:r>
                      <a:endParaRPr lang="en-IN" sz="1800" b="0" dirty="0">
                        <a:latin typeface="Cambria" pitchFamily="18" charset="0"/>
                        <a:ea typeface="Cambria" pitchFamily="18" charset="0"/>
                      </a:endParaRPr>
                    </a:p>
                  </a:txBody>
                  <a:tcPr/>
                </a:tc>
              </a:tr>
              <a:tr h="939800">
                <a:tc>
                  <a:txBody>
                    <a:bodyPr/>
                    <a:lstStyle/>
                    <a:p>
                      <a:r>
                        <a:rPr lang="fr-FR" sz="1800" dirty="0" smtClean="0">
                          <a:latin typeface="Cambria" pitchFamily="18" charset="0"/>
                          <a:ea typeface="Cambria" pitchFamily="18" charset="0"/>
                        </a:rPr>
                        <a:t>[6] </a:t>
                      </a:r>
                      <a:r>
                        <a:rPr lang="fr-FR" sz="1800" dirty="0" err="1" smtClean="0">
                          <a:latin typeface="Cambria" pitchFamily="18" charset="0"/>
                          <a:ea typeface="Cambria" pitchFamily="18" charset="0"/>
                        </a:rPr>
                        <a:t>Yu</a:t>
                      </a:r>
                      <a:r>
                        <a:rPr lang="fr-FR" sz="1800" dirty="0" smtClean="0">
                          <a:latin typeface="Cambria" pitchFamily="18" charset="0"/>
                          <a:ea typeface="Cambria" pitchFamily="18" charset="0"/>
                        </a:rPr>
                        <a:t> &amp; Son, 2020 (</a:t>
                      </a:r>
                      <a:r>
                        <a:rPr lang="fr-FR" sz="1800" i="1" dirty="0" smtClean="0">
                          <a:latin typeface="Cambria" pitchFamily="18" charset="0"/>
                          <a:ea typeface="Cambria" pitchFamily="18" charset="0"/>
                        </a:rPr>
                        <a:t>IEEE Access</a:t>
                      </a:r>
                      <a:r>
                        <a:rPr lang="fr-FR" sz="1800" dirty="0" smtClean="0">
                          <a:latin typeface="Cambria" pitchFamily="18" charset="0"/>
                          <a:ea typeface="Cambria" pitchFamily="18" charset="0"/>
                        </a:rPr>
                        <a:t>)</a:t>
                      </a:r>
                      <a:endParaRPr lang="en-IN" sz="1800" dirty="0">
                        <a:latin typeface="Cambria" pitchFamily="18" charset="0"/>
                        <a:ea typeface="Cambria" pitchFamily="18" charset="0"/>
                      </a:endParaRPr>
                    </a:p>
                  </a:txBody>
                  <a:tcPr/>
                </a:tc>
                <a:tc>
                  <a:txBody>
                    <a:bodyPr/>
                    <a:lstStyle/>
                    <a:p>
                      <a:r>
                        <a:rPr lang="en-IN" sz="1800" dirty="0" smtClean="0">
                          <a:latin typeface="Cambria" pitchFamily="18" charset="0"/>
                          <a:ea typeface="Cambria" pitchFamily="18" charset="0"/>
                        </a:rPr>
                        <a:t>ROI-aware CNN</a:t>
                      </a:r>
                      <a:endParaRPr lang="en-IN" sz="180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Focused on diseased regions in images; better precision but computationally heavy.</a:t>
                      </a:r>
                      <a:endParaRPr lang="en-IN" sz="1800" dirty="0">
                        <a:latin typeface="Cambria" pitchFamily="18" charset="0"/>
                        <a:ea typeface="Cambria" pitchFamily="18" charset="0"/>
                      </a:endParaRPr>
                    </a:p>
                  </a:txBody>
                  <a:tcPr/>
                </a:tc>
              </a:tr>
              <a:tr h="990600">
                <a:tc>
                  <a:txBody>
                    <a:bodyPr/>
                    <a:lstStyle/>
                    <a:p>
                      <a:r>
                        <a:rPr lang="da-DK" sz="1800" dirty="0" smtClean="0">
                          <a:latin typeface="Cambria" pitchFamily="18" charset="0"/>
                          <a:ea typeface="Cambria" pitchFamily="18" charset="0"/>
                        </a:rPr>
                        <a:t>[7] Too et al., 2019</a:t>
                      </a:r>
                      <a:endParaRPr lang="en-IN" sz="180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Comparative DL study (repeat entry)</a:t>
                      </a:r>
                      <a:endParaRPr lang="en-IN" sz="180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Reconfirmed CNN superiority; highlighted challenges of </a:t>
                      </a:r>
                      <a:r>
                        <a:rPr lang="en-US" sz="1800" dirty="0" err="1" smtClean="0">
                          <a:latin typeface="Cambria" pitchFamily="18" charset="0"/>
                          <a:ea typeface="Cambria" pitchFamily="18" charset="0"/>
                        </a:rPr>
                        <a:t>overfitting</a:t>
                      </a:r>
                      <a:r>
                        <a:rPr lang="en-US" sz="1800" dirty="0" smtClean="0">
                          <a:latin typeface="Cambria" pitchFamily="18" charset="0"/>
                          <a:ea typeface="Cambria" pitchFamily="18" charset="0"/>
                        </a:rPr>
                        <a:t>.</a:t>
                      </a:r>
                      <a:endParaRPr lang="en-IN" sz="1800" dirty="0">
                        <a:latin typeface="Cambria" pitchFamily="18" charset="0"/>
                        <a:ea typeface="Cambria" pitchFamily="18" charset="0"/>
                      </a:endParaRPr>
                    </a:p>
                  </a:txBody>
                  <a:tcPr/>
                </a:tc>
              </a:tr>
              <a:tr h="990600">
                <a:tc>
                  <a:txBody>
                    <a:bodyPr/>
                    <a:lstStyle/>
                    <a:p>
                      <a:r>
                        <a:rPr lang="en-IN" sz="1800" dirty="0" smtClean="0">
                          <a:latin typeface="Cambria" pitchFamily="18" charset="0"/>
                          <a:ea typeface="Cambria" pitchFamily="18" charset="0"/>
                        </a:rPr>
                        <a:t>[8] </a:t>
                      </a:r>
                      <a:r>
                        <a:rPr lang="en-IN" sz="1800" dirty="0" err="1" smtClean="0">
                          <a:latin typeface="Cambria" pitchFamily="18" charset="0"/>
                          <a:ea typeface="Cambria" pitchFamily="18" charset="0"/>
                        </a:rPr>
                        <a:t>Ferentinos</a:t>
                      </a:r>
                      <a:r>
                        <a:rPr lang="en-IN" sz="1800" dirty="0" smtClean="0">
                          <a:latin typeface="Cambria" pitchFamily="18" charset="0"/>
                          <a:ea typeface="Cambria" pitchFamily="18" charset="0"/>
                        </a:rPr>
                        <a:t>, 2018 (repeat entry)</a:t>
                      </a:r>
                      <a:endParaRPr lang="en-IN" sz="1800" dirty="0">
                        <a:latin typeface="Cambria" pitchFamily="18" charset="0"/>
                        <a:ea typeface="Cambria" pitchFamily="18" charset="0"/>
                      </a:endParaRPr>
                    </a:p>
                  </a:txBody>
                  <a:tcPr/>
                </a:tc>
                <a:tc>
                  <a:txBody>
                    <a:bodyPr/>
                    <a:lstStyle/>
                    <a:p>
                      <a:r>
                        <a:rPr lang="en-IN" sz="1800" dirty="0" smtClean="0">
                          <a:latin typeface="Cambria" pitchFamily="18" charset="0"/>
                          <a:ea typeface="Cambria" pitchFamily="18" charset="0"/>
                        </a:rPr>
                        <a:t>CNN-based plant disease models</a:t>
                      </a:r>
                      <a:endParaRPr lang="en-IN" sz="180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Demonstrated scalability to multiple crops; limited dataset diversity.</a:t>
                      </a:r>
                      <a:endParaRPr lang="en-IN" sz="1800" dirty="0">
                        <a:latin typeface="Cambria" pitchFamily="18" charset="0"/>
                        <a:ea typeface="Cambria" pitchFamily="18" charset="0"/>
                      </a:endParaRPr>
                    </a:p>
                  </a:txBody>
                  <a:tcPr/>
                </a:tc>
              </a:tr>
            </a:tbl>
          </a:graphicData>
        </a:graphic>
      </p:graphicFrame>
    </p:spTree>
    <p:extLst>
      <p:ext uri="{BB962C8B-B14F-4D97-AF65-F5344CB8AC3E}">
        <p14:creationId xmlns:p14="http://schemas.microsoft.com/office/powerpoint/2010/main" val="1279474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8674" y="274637"/>
            <a:ext cx="10652125" cy="625475"/>
          </a:xfrm>
        </p:spPr>
        <p:txBody>
          <a:bodyPr/>
          <a:lstStyle/>
          <a:p>
            <a:pPr marL="495300" indent="-342900">
              <a:lnSpc>
                <a:spcPct val="200000"/>
              </a:lnSpc>
            </a:pPr>
            <a:r>
              <a:rPr lang="en-US" dirty="0">
                <a:latin typeface="Cambria" panose="02040503050406030204" pitchFamily="18" charset="0"/>
                <a:ea typeface="Cambria" panose="02040503050406030204" pitchFamily="18" charset="0"/>
              </a:rPr>
              <a:t>Literature </a:t>
            </a:r>
            <a:r>
              <a:rPr lang="en-US" dirty="0" smtClean="0">
                <a:latin typeface="Cambria" panose="02040503050406030204" pitchFamily="18" charset="0"/>
                <a:ea typeface="Cambria" panose="02040503050406030204" pitchFamily="18" charset="0"/>
              </a:rPr>
              <a:t>Survey:</a:t>
            </a:r>
            <a:endParaRPr lang="en-US" dirty="0">
              <a:latin typeface="Cambria" panose="02040503050406030204" pitchFamily="18" charset="0"/>
              <a:ea typeface="Cambria" panose="02040503050406030204" pitchFamily="18" charset="0"/>
            </a:endParaRPr>
          </a:p>
        </p:txBody>
      </p:sp>
      <p:graphicFrame>
        <p:nvGraphicFramePr>
          <p:cNvPr id="6" name="Table 5"/>
          <p:cNvGraphicFramePr>
            <a:graphicFrameLocks noGrp="1"/>
          </p:cNvGraphicFramePr>
          <p:nvPr>
            <p:extLst>
              <p:ext uri="{D42A27DB-BD31-4B8C-83A1-F6EECF244321}">
                <p14:modId xmlns:p14="http://schemas.microsoft.com/office/powerpoint/2010/main" val="1416539932"/>
              </p:ext>
            </p:extLst>
          </p:nvPr>
        </p:nvGraphicFramePr>
        <p:xfrm>
          <a:off x="749300" y="1117600"/>
          <a:ext cx="10769600" cy="2400300"/>
        </p:xfrm>
        <a:graphic>
          <a:graphicData uri="http://schemas.openxmlformats.org/drawingml/2006/table">
            <a:tbl>
              <a:tblPr firstRow="1" bandRow="1"/>
              <a:tblGrid>
                <a:gridCol w="1968500"/>
                <a:gridCol w="4356100"/>
                <a:gridCol w="4445000"/>
              </a:tblGrid>
              <a:tr h="546100">
                <a:tc>
                  <a:txBody>
                    <a:bodyPr/>
                    <a:lstStyle/>
                    <a:p>
                      <a:r>
                        <a:rPr lang="en-US" sz="2400" b="1" dirty="0" smtClean="0">
                          <a:latin typeface="Cambria" pitchFamily="18" charset="0"/>
                          <a:ea typeface="Cambria" pitchFamily="18" charset="0"/>
                        </a:rPr>
                        <a:t>Ref no.</a:t>
                      </a:r>
                      <a:endParaRPr lang="en-IN" sz="2400" b="1" dirty="0">
                        <a:latin typeface="Cambria" pitchFamily="18" charset="0"/>
                        <a:ea typeface="Cambria" pitchFamily="18" charset="0"/>
                      </a:endParaRPr>
                    </a:p>
                  </a:txBody>
                  <a:tcPr/>
                </a:tc>
                <a:tc>
                  <a:txBody>
                    <a:bodyPr/>
                    <a:lstStyle/>
                    <a:p>
                      <a:r>
                        <a:rPr lang="en-IN" sz="2400" b="1" dirty="0" smtClean="0">
                          <a:latin typeface="Cambria" pitchFamily="18" charset="0"/>
                          <a:ea typeface="Cambria" pitchFamily="18" charset="0"/>
                        </a:rPr>
                        <a:t>Author(s) &amp; Year</a:t>
                      </a:r>
                      <a:endParaRPr lang="en-IN" sz="2400" b="1" dirty="0">
                        <a:latin typeface="Cambria" pitchFamily="18" charset="0"/>
                        <a:ea typeface="Cambria"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2400" b="1" dirty="0" smtClean="0">
                          <a:latin typeface="Cambria" pitchFamily="18" charset="0"/>
                          <a:ea typeface="Cambria" pitchFamily="18" charset="0"/>
                        </a:rPr>
                        <a:t>Approach / Method</a:t>
                      </a:r>
                      <a:endParaRPr lang="en-IN" sz="2400" b="1" dirty="0">
                        <a:latin typeface="Cambria" pitchFamily="18" charset="0"/>
                        <a:ea typeface="Cambria" pitchFamily="18" charset="0"/>
                      </a:endParaRPr>
                    </a:p>
                  </a:txBody>
                  <a:tcPr/>
                </a:tc>
              </a:tr>
              <a:tr h="268301">
                <a:tc>
                  <a:txBody>
                    <a:bodyPr/>
                    <a:lstStyle/>
                    <a:p>
                      <a:r>
                        <a:rPr lang="it-IT" sz="1800" dirty="0" smtClean="0">
                          <a:latin typeface="Cambria" pitchFamily="18" charset="0"/>
                          <a:ea typeface="Cambria" pitchFamily="18" charset="0"/>
                        </a:rPr>
                        <a:t>[9] Li et al., 2021 (</a:t>
                      </a:r>
                      <a:r>
                        <a:rPr lang="it-IT" sz="1800" i="1" dirty="0" smtClean="0">
                          <a:latin typeface="Cambria" pitchFamily="18" charset="0"/>
                          <a:ea typeface="Cambria" pitchFamily="18" charset="0"/>
                        </a:rPr>
                        <a:t>IEEE Access</a:t>
                      </a:r>
                      <a:r>
                        <a:rPr lang="it-IT" sz="1800" dirty="0" smtClean="0">
                          <a:latin typeface="Cambria" pitchFamily="18" charset="0"/>
                          <a:ea typeface="Cambria" pitchFamily="18" charset="0"/>
                        </a:rPr>
                        <a:t>)</a:t>
                      </a:r>
                      <a:endParaRPr lang="en-IN" sz="1800" b="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Review on deep learning in plant disease</a:t>
                      </a:r>
                      <a:endParaRPr lang="en-IN" sz="1800" b="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Summarized advances in DL for agriculture; identified gaps in real-world deployment.</a:t>
                      </a:r>
                      <a:endParaRPr lang="en-IN" sz="1800" b="0" dirty="0">
                        <a:latin typeface="Cambria" pitchFamily="18" charset="0"/>
                        <a:ea typeface="Cambria" pitchFamily="18" charset="0"/>
                      </a:endParaRPr>
                    </a:p>
                  </a:txBody>
                  <a:tcPr/>
                </a:tc>
              </a:tr>
              <a:tr h="939800">
                <a:tc>
                  <a:txBody>
                    <a:bodyPr/>
                    <a:lstStyle/>
                    <a:p>
                      <a:r>
                        <a:rPr lang="en-IN" sz="1800" dirty="0" smtClean="0">
                          <a:latin typeface="Cambria" pitchFamily="18" charset="0"/>
                          <a:ea typeface="Cambria" pitchFamily="18" charset="0"/>
                        </a:rPr>
                        <a:t>[10] Chen et al., 2021 (</a:t>
                      </a:r>
                      <a:r>
                        <a:rPr lang="en-IN" sz="1800" i="1" dirty="0" smtClean="0">
                          <a:latin typeface="Cambria" pitchFamily="18" charset="0"/>
                          <a:ea typeface="Cambria" pitchFamily="18" charset="0"/>
                        </a:rPr>
                        <a:t>IEEE Access</a:t>
                      </a:r>
                      <a:r>
                        <a:rPr lang="en-IN" sz="1800" dirty="0" smtClean="0">
                          <a:latin typeface="Cambria" pitchFamily="18" charset="0"/>
                          <a:ea typeface="Cambria" pitchFamily="18" charset="0"/>
                        </a:rPr>
                        <a:t>)</a:t>
                      </a:r>
                      <a:endParaRPr lang="en-IN" sz="180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Improved CNN for tomato leaf diseases</a:t>
                      </a:r>
                      <a:endParaRPr lang="en-IN" sz="1800" dirty="0">
                        <a:latin typeface="Cambria" pitchFamily="18" charset="0"/>
                        <a:ea typeface="Cambria" pitchFamily="18" charset="0"/>
                      </a:endParaRPr>
                    </a:p>
                  </a:txBody>
                  <a:tcPr/>
                </a:tc>
                <a:tc>
                  <a:txBody>
                    <a:bodyPr/>
                    <a:lstStyle/>
                    <a:p>
                      <a:r>
                        <a:rPr lang="en-US" sz="1800" dirty="0" smtClean="0">
                          <a:latin typeface="Cambria" pitchFamily="18" charset="0"/>
                          <a:ea typeface="Cambria" pitchFamily="18" charset="0"/>
                        </a:rPr>
                        <a:t>Enhanced detection accuracy for tomato diseases; specific to one crop.</a:t>
                      </a:r>
                      <a:endParaRPr lang="en-IN" sz="1800" dirty="0">
                        <a:latin typeface="Cambria" pitchFamily="18" charset="0"/>
                        <a:ea typeface="Cambria" pitchFamily="18" charset="0"/>
                      </a:endParaRPr>
                    </a:p>
                  </a:txBody>
                  <a:tcPr/>
                </a:tc>
              </a:tr>
            </a:tbl>
          </a:graphicData>
        </a:graphic>
      </p:graphicFrame>
    </p:spTree>
    <p:extLst>
      <p:ext uri="{BB962C8B-B14F-4D97-AF65-F5344CB8AC3E}">
        <p14:creationId xmlns:p14="http://schemas.microsoft.com/office/powerpoint/2010/main" val="23652536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495300" indent="-342900">
              <a:lnSpc>
                <a:spcPct val="200000"/>
              </a:lnSpc>
            </a:pPr>
            <a:r>
              <a:rPr lang="en-US" dirty="0" smtClean="0">
                <a:latin typeface="Cambria" panose="02040503050406030204" pitchFamily="18" charset="0"/>
                <a:ea typeface="Cambria" panose="02040503050406030204" pitchFamily="18" charset="0"/>
              </a:rPr>
              <a:t>Objectives</a:t>
            </a:r>
            <a:endParaRPr lang="en-US" dirty="0">
              <a:latin typeface="Cambria" panose="02040503050406030204" pitchFamily="18" charset="0"/>
              <a:ea typeface="Cambria" panose="02040503050406030204" pitchFamily="18" charset="0"/>
            </a:endParaRPr>
          </a:p>
        </p:txBody>
      </p:sp>
      <p:sp>
        <p:nvSpPr>
          <p:cNvPr id="115" name="Google Shape;115;p17"/>
          <p:cNvSpPr txBox="1">
            <a:spLocks noGrp="1"/>
          </p:cNvSpPr>
          <p:nvPr>
            <p:ph type="body" idx="1"/>
          </p:nvPr>
        </p:nvSpPr>
        <p:spPr>
          <a:xfrm>
            <a:off x="639118" y="869622"/>
            <a:ext cx="10841681" cy="5713739"/>
          </a:xfrm>
          <a:prstGeom prst="rect">
            <a:avLst/>
          </a:prstGeom>
          <a:noFill/>
          <a:ln>
            <a:noFill/>
          </a:ln>
        </p:spPr>
        <p:txBody>
          <a:bodyPr spcFirstLastPara="1" wrap="square" lIns="91425" tIns="45700" rIns="91425" bIns="45700" anchor="t" anchorCtr="0">
            <a:normAutofit/>
          </a:bodyPr>
          <a:lstStyle/>
          <a:p>
            <a:pPr>
              <a:lnSpc>
                <a:spcPct val="150000"/>
              </a:lnSpc>
            </a:pPr>
            <a:r>
              <a:rPr lang="en-US" dirty="0">
                <a:latin typeface="Cambria" pitchFamily="18" charset="0"/>
                <a:ea typeface="Cambria" pitchFamily="18" charset="0"/>
              </a:rPr>
              <a:t>Detect crop leaf diseases early using AI-driven methods.</a:t>
            </a:r>
          </a:p>
          <a:p>
            <a:pPr>
              <a:lnSpc>
                <a:spcPct val="150000"/>
              </a:lnSpc>
            </a:pPr>
            <a:r>
              <a:rPr lang="en-US" dirty="0">
                <a:latin typeface="Cambria" pitchFamily="18" charset="0"/>
                <a:ea typeface="Cambria" pitchFamily="18" charset="0"/>
              </a:rPr>
              <a:t>Develop a reliable and accurate </a:t>
            </a:r>
            <a:r>
              <a:rPr lang="en-US" b="1" dirty="0">
                <a:latin typeface="Cambria" pitchFamily="18" charset="0"/>
                <a:ea typeface="Cambria" pitchFamily="18" charset="0"/>
              </a:rPr>
              <a:t>CNN-based classification model</a:t>
            </a:r>
            <a:r>
              <a:rPr lang="en-US" dirty="0">
                <a:latin typeface="Cambria" pitchFamily="18" charset="0"/>
                <a:ea typeface="Cambria" pitchFamily="18" charset="0"/>
              </a:rPr>
              <a:t>.</a:t>
            </a:r>
          </a:p>
          <a:p>
            <a:pPr>
              <a:lnSpc>
                <a:spcPct val="150000"/>
              </a:lnSpc>
            </a:pPr>
            <a:r>
              <a:rPr lang="en-US" dirty="0">
                <a:latin typeface="Cambria" pitchFamily="18" charset="0"/>
                <a:ea typeface="Cambria" pitchFamily="18" charset="0"/>
              </a:rPr>
              <a:t>Provide farmers with actionable </a:t>
            </a:r>
            <a:r>
              <a:rPr lang="en-US" b="1" dirty="0">
                <a:latin typeface="Cambria" pitchFamily="18" charset="0"/>
                <a:ea typeface="Cambria" pitchFamily="18" charset="0"/>
              </a:rPr>
              <a:t>disease management recommendations</a:t>
            </a:r>
            <a:r>
              <a:rPr lang="en-US" dirty="0">
                <a:latin typeface="Cambria" pitchFamily="18" charset="0"/>
                <a:ea typeface="Cambria" pitchFamily="18" charset="0"/>
              </a:rPr>
              <a:t>.</a:t>
            </a:r>
          </a:p>
          <a:p>
            <a:pPr>
              <a:lnSpc>
                <a:spcPct val="150000"/>
              </a:lnSpc>
            </a:pPr>
            <a:r>
              <a:rPr lang="en-US" dirty="0">
                <a:latin typeface="Cambria" pitchFamily="18" charset="0"/>
                <a:ea typeface="Cambria" pitchFamily="18" charset="0"/>
              </a:rPr>
              <a:t>Build a </a:t>
            </a:r>
            <a:r>
              <a:rPr lang="en-US" b="1" dirty="0">
                <a:latin typeface="Cambria" pitchFamily="18" charset="0"/>
                <a:ea typeface="Cambria" pitchFamily="18" charset="0"/>
              </a:rPr>
              <a:t>low-cost, user-friendly system</a:t>
            </a:r>
            <a:r>
              <a:rPr lang="en-US" dirty="0">
                <a:latin typeface="Cambria" pitchFamily="18" charset="0"/>
                <a:ea typeface="Cambria" pitchFamily="18" charset="0"/>
              </a:rPr>
              <a:t> (web/mobile).</a:t>
            </a:r>
          </a:p>
          <a:p>
            <a:pPr>
              <a:lnSpc>
                <a:spcPct val="150000"/>
              </a:lnSpc>
            </a:pPr>
            <a:r>
              <a:rPr lang="en-US" dirty="0">
                <a:latin typeface="Cambria" pitchFamily="18" charset="0"/>
                <a:ea typeface="Cambria" pitchFamily="18" charset="0"/>
              </a:rPr>
              <a:t>Reduce yield loss and support sustainable agriculture.</a:t>
            </a:r>
          </a:p>
        </p:txBody>
      </p:sp>
      <p:sp>
        <p:nvSpPr>
          <p:cNvPr id="2" name="Rectangle 1">
            <a:extLst>
              <a:ext uri="{FF2B5EF4-FFF2-40B4-BE49-F238E27FC236}">
                <a16:creationId xmlns="" xmlns:a16="http://schemas.microsoft.com/office/drawing/2014/main" id="{2BDDC244-09DE-B811-4C9C-4263F1832548}"/>
              </a:ext>
            </a:extLst>
          </p:cNvPr>
          <p:cNvSpPr>
            <a:spLocks noChangeArrowheads="1"/>
          </p:cNvSpPr>
          <p:nvPr/>
        </p:nvSpPr>
        <p:spPr bwMode="auto">
          <a:xfrm>
            <a:off x="546754" y="1609330"/>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0308161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495300" indent="-342900">
              <a:lnSpc>
                <a:spcPct val="200000"/>
              </a:lnSpc>
            </a:pPr>
            <a:r>
              <a:rPr lang="en-US" dirty="0">
                <a:latin typeface="Cambria" panose="02040503050406030204" pitchFamily="18" charset="0"/>
                <a:ea typeface="Cambria" panose="02040503050406030204" pitchFamily="18" charset="0"/>
              </a:rPr>
              <a:t>Existing Methods and </a:t>
            </a:r>
            <a:r>
              <a:rPr lang="en-US" dirty="0" smtClean="0">
                <a:latin typeface="Cambria" panose="02040503050406030204" pitchFamily="18" charset="0"/>
                <a:ea typeface="Cambria" panose="02040503050406030204" pitchFamily="18" charset="0"/>
              </a:rPr>
              <a:t>Drawbacks</a:t>
            </a:r>
            <a:endParaRPr lang="en-US" dirty="0">
              <a:latin typeface="Cambria" panose="02040503050406030204" pitchFamily="18" charset="0"/>
              <a:ea typeface="Cambria" panose="02040503050406030204" pitchFamily="18" charset="0"/>
            </a:endParaRPr>
          </a:p>
        </p:txBody>
      </p:sp>
      <p:sp>
        <p:nvSpPr>
          <p:cNvPr id="115" name="Google Shape;115;p17"/>
          <p:cNvSpPr txBox="1">
            <a:spLocks noGrp="1"/>
          </p:cNvSpPr>
          <p:nvPr>
            <p:ph type="body" idx="1"/>
          </p:nvPr>
        </p:nvSpPr>
        <p:spPr>
          <a:xfrm>
            <a:off x="241300" y="1079500"/>
            <a:ext cx="11341100" cy="4953000"/>
          </a:xfrm>
          <a:prstGeom prst="rect">
            <a:avLst/>
          </a:prstGeom>
          <a:noFill/>
          <a:ln>
            <a:noFill/>
          </a:ln>
        </p:spPr>
        <p:txBody>
          <a:bodyPr spcFirstLastPara="1" wrap="square" lIns="91425" tIns="45700" rIns="91425" bIns="45700" anchor="t" anchorCtr="0">
            <a:noAutofit/>
          </a:bodyPr>
          <a:lstStyle/>
          <a:p>
            <a:pPr marL="76200" indent="0">
              <a:buNone/>
            </a:pPr>
            <a:r>
              <a:rPr lang="en-US" dirty="0">
                <a:latin typeface="Cambria" pitchFamily="18" charset="0"/>
                <a:ea typeface="Cambria" pitchFamily="18" charset="0"/>
              </a:rPr>
              <a:t>Traditional plant disease detection has largely relied on manual inspection, which is labor-intensive, requires expert knowledge, and is prone to human error. Early machine learning approaches used handcrafted features with classifiers such as SVM or k-NN, but these methods struggled with accuracy and scalability across different crops. Some mobile applications now attempt disease identification, but they are limited to specific crop types and often fail in real-world conditions due to variations in lighting, background, and leaf appearance.</a:t>
            </a:r>
          </a:p>
          <a:p>
            <a:r>
              <a:rPr lang="en-US" b="1" dirty="0">
                <a:latin typeface="Cambria" pitchFamily="18" charset="0"/>
                <a:ea typeface="Cambria" pitchFamily="18" charset="0"/>
              </a:rPr>
              <a:t>Drawbacks </a:t>
            </a:r>
          </a:p>
          <a:p>
            <a:r>
              <a:rPr lang="en-US" dirty="0">
                <a:latin typeface="Cambria" pitchFamily="18" charset="0"/>
                <a:ea typeface="Cambria" pitchFamily="18" charset="0"/>
              </a:rPr>
              <a:t>Manual inspection </a:t>
            </a:r>
            <a:r>
              <a:rPr lang="en-US" dirty="0" smtClean="0">
                <a:latin typeface="Cambria" pitchFamily="18" charset="0"/>
                <a:ea typeface="Cambria" pitchFamily="18" charset="0"/>
              </a:rPr>
              <a:t>- </a:t>
            </a:r>
            <a:r>
              <a:rPr lang="en-US" dirty="0">
                <a:latin typeface="Cambria" pitchFamily="18" charset="0"/>
                <a:ea typeface="Cambria" pitchFamily="18" charset="0"/>
              </a:rPr>
              <a:t>slow, costly, and error-prone.</a:t>
            </a:r>
          </a:p>
          <a:p>
            <a:r>
              <a:rPr lang="en-US" dirty="0">
                <a:latin typeface="Cambria" pitchFamily="18" charset="0"/>
                <a:ea typeface="Cambria" pitchFamily="18" charset="0"/>
              </a:rPr>
              <a:t>ML models with handcrafted features </a:t>
            </a:r>
            <a:r>
              <a:rPr lang="en-US" dirty="0" smtClean="0">
                <a:latin typeface="Cambria" pitchFamily="18" charset="0"/>
                <a:ea typeface="Cambria" pitchFamily="18" charset="0"/>
              </a:rPr>
              <a:t>- </a:t>
            </a:r>
            <a:r>
              <a:rPr lang="en-US" dirty="0">
                <a:latin typeface="Cambria" pitchFamily="18" charset="0"/>
                <a:ea typeface="Cambria" pitchFamily="18" charset="0"/>
              </a:rPr>
              <a:t>poor scalability.</a:t>
            </a:r>
          </a:p>
          <a:p>
            <a:r>
              <a:rPr lang="en-US" dirty="0">
                <a:latin typeface="Cambria" pitchFamily="18" charset="0"/>
                <a:ea typeface="Cambria" pitchFamily="18" charset="0"/>
              </a:rPr>
              <a:t>Mobile apps </a:t>
            </a:r>
            <a:r>
              <a:rPr lang="en-US" dirty="0" smtClean="0">
                <a:latin typeface="Cambria" pitchFamily="18" charset="0"/>
                <a:ea typeface="Cambria" pitchFamily="18" charset="0"/>
              </a:rPr>
              <a:t>- </a:t>
            </a:r>
            <a:r>
              <a:rPr lang="en-US" dirty="0">
                <a:latin typeface="Cambria" pitchFamily="18" charset="0"/>
                <a:ea typeface="Cambria" pitchFamily="18" charset="0"/>
              </a:rPr>
              <a:t>limited to few crops.</a:t>
            </a:r>
          </a:p>
          <a:p>
            <a:r>
              <a:rPr lang="en-US" dirty="0">
                <a:latin typeface="Cambria" pitchFamily="18" charset="0"/>
                <a:ea typeface="Cambria" pitchFamily="18" charset="0"/>
              </a:rPr>
              <a:t>Low accuracy under real-world farm conditions .</a:t>
            </a:r>
          </a:p>
        </p:txBody>
      </p:sp>
    </p:spTree>
    <p:extLst>
      <p:ext uri="{BB962C8B-B14F-4D97-AF65-F5344CB8AC3E}">
        <p14:creationId xmlns:p14="http://schemas.microsoft.com/office/powerpoint/2010/main" val="33388325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2638" y="125413"/>
            <a:ext cx="10780712" cy="811212"/>
          </a:xfrm>
        </p:spPr>
        <p:txBody>
          <a:bodyPr/>
          <a:lstStyle/>
          <a:p>
            <a:pPr marL="495300" indent="-342900">
              <a:lnSpc>
                <a:spcPct val="200000"/>
              </a:lnSpc>
            </a:pPr>
            <a:r>
              <a:rPr lang="en-IN" dirty="0">
                <a:latin typeface="Cambria" panose="02040503050406030204" pitchFamily="18" charset="0"/>
                <a:ea typeface="Cambria" panose="02040503050406030204" pitchFamily="18" charset="0"/>
              </a:rPr>
              <a:t>Proposed Method &amp; Feasibility Study </a:t>
            </a:r>
            <a:endParaRPr lang="en-US" dirty="0">
              <a:latin typeface="Cambria" panose="02040503050406030204" pitchFamily="18" charset="0"/>
              <a:ea typeface="Cambria" panose="02040503050406030204" pitchFamily="18" charset="0"/>
            </a:endParaRPr>
          </a:p>
        </p:txBody>
      </p:sp>
      <p:sp>
        <p:nvSpPr>
          <p:cNvPr id="3" name="Text Placeholder 2"/>
          <p:cNvSpPr>
            <a:spLocks noGrp="1"/>
          </p:cNvSpPr>
          <p:nvPr>
            <p:ph type="body" idx="1"/>
          </p:nvPr>
        </p:nvSpPr>
        <p:spPr>
          <a:xfrm>
            <a:off x="657225" y="1128713"/>
            <a:ext cx="10852150" cy="5224463"/>
          </a:xfrm>
        </p:spPr>
        <p:txBody>
          <a:bodyPr/>
          <a:lstStyle/>
          <a:p>
            <a:r>
              <a:rPr lang="en-IN" b="1" dirty="0">
                <a:latin typeface="Cambria" pitchFamily="18" charset="0"/>
                <a:ea typeface="Cambria" pitchFamily="18" charset="0"/>
              </a:rPr>
              <a:t>Proposed Method:</a:t>
            </a:r>
            <a:endParaRPr lang="en-IN" dirty="0">
              <a:latin typeface="Cambria" pitchFamily="18" charset="0"/>
              <a:ea typeface="Cambria" pitchFamily="18" charset="0"/>
            </a:endParaRPr>
          </a:p>
          <a:p>
            <a:r>
              <a:rPr lang="en-IN" dirty="0">
                <a:latin typeface="Cambria" pitchFamily="18" charset="0"/>
                <a:ea typeface="Cambria" pitchFamily="18" charset="0"/>
              </a:rPr>
              <a:t>Input: Crop leaf image (via phone/camera).</a:t>
            </a:r>
          </a:p>
          <a:p>
            <a:r>
              <a:rPr lang="en-IN" dirty="0" err="1">
                <a:latin typeface="Cambria" pitchFamily="18" charset="0"/>
                <a:ea typeface="Cambria" pitchFamily="18" charset="0"/>
              </a:rPr>
              <a:t>Preprocessing</a:t>
            </a:r>
            <a:r>
              <a:rPr lang="en-IN" dirty="0">
                <a:latin typeface="Cambria" pitchFamily="18" charset="0"/>
                <a:ea typeface="Cambria" pitchFamily="18" charset="0"/>
              </a:rPr>
              <a:t>: </a:t>
            </a:r>
            <a:r>
              <a:rPr lang="en-IN" dirty="0" err="1">
                <a:latin typeface="Cambria" pitchFamily="18" charset="0"/>
                <a:ea typeface="Cambria" pitchFamily="18" charset="0"/>
              </a:rPr>
              <a:t>OpenCV</a:t>
            </a:r>
            <a:r>
              <a:rPr lang="en-IN" dirty="0">
                <a:latin typeface="Cambria" pitchFamily="18" charset="0"/>
                <a:ea typeface="Cambria" pitchFamily="18" charset="0"/>
              </a:rPr>
              <a:t> (resize, normalize, augment).</a:t>
            </a:r>
          </a:p>
          <a:p>
            <a:r>
              <a:rPr lang="en-IN" dirty="0">
                <a:latin typeface="Cambria" pitchFamily="18" charset="0"/>
                <a:ea typeface="Cambria" pitchFamily="18" charset="0"/>
              </a:rPr>
              <a:t>CNN Model (</a:t>
            </a:r>
            <a:r>
              <a:rPr lang="en-IN" dirty="0" err="1">
                <a:latin typeface="Cambria" pitchFamily="18" charset="0"/>
                <a:ea typeface="Cambria" pitchFamily="18" charset="0"/>
              </a:rPr>
              <a:t>TensorFlow</a:t>
            </a:r>
            <a:r>
              <a:rPr lang="en-IN" dirty="0">
                <a:latin typeface="Cambria" pitchFamily="18" charset="0"/>
                <a:ea typeface="Cambria" pitchFamily="18" charset="0"/>
              </a:rPr>
              <a:t>/</a:t>
            </a:r>
            <a:r>
              <a:rPr lang="en-IN" dirty="0" err="1">
                <a:latin typeface="Cambria" pitchFamily="18" charset="0"/>
                <a:ea typeface="Cambria" pitchFamily="18" charset="0"/>
              </a:rPr>
              <a:t>PyTorch</a:t>
            </a:r>
            <a:r>
              <a:rPr lang="en-IN" dirty="0">
                <a:latin typeface="Cambria" pitchFamily="18" charset="0"/>
                <a:ea typeface="Cambria" pitchFamily="18" charset="0"/>
              </a:rPr>
              <a:t>) → classify disease.</a:t>
            </a:r>
          </a:p>
          <a:p>
            <a:r>
              <a:rPr lang="en-IN" dirty="0">
                <a:latin typeface="Cambria" pitchFamily="18" charset="0"/>
                <a:ea typeface="Cambria" pitchFamily="18" charset="0"/>
              </a:rPr>
              <a:t>Output: Disease type + Recommended treatment.</a:t>
            </a:r>
          </a:p>
          <a:p>
            <a:r>
              <a:rPr lang="en-IN" b="1" dirty="0">
                <a:latin typeface="Cambria" pitchFamily="18" charset="0"/>
                <a:ea typeface="Cambria" pitchFamily="18" charset="0"/>
              </a:rPr>
              <a:t>Feasibility Study:</a:t>
            </a:r>
            <a:endParaRPr lang="en-IN" dirty="0">
              <a:latin typeface="Cambria" pitchFamily="18" charset="0"/>
              <a:ea typeface="Cambria" pitchFamily="18" charset="0"/>
            </a:endParaRPr>
          </a:p>
          <a:p>
            <a:r>
              <a:rPr lang="en-IN" dirty="0">
                <a:latin typeface="Cambria" pitchFamily="18" charset="0"/>
                <a:ea typeface="Cambria" pitchFamily="18" charset="0"/>
              </a:rPr>
              <a:t>Technology: Python, </a:t>
            </a:r>
            <a:r>
              <a:rPr lang="en-IN" dirty="0" err="1">
                <a:latin typeface="Cambria" pitchFamily="18" charset="0"/>
                <a:ea typeface="Cambria" pitchFamily="18" charset="0"/>
              </a:rPr>
              <a:t>TensorFlow</a:t>
            </a:r>
            <a:r>
              <a:rPr lang="en-IN" dirty="0">
                <a:latin typeface="Cambria" pitchFamily="18" charset="0"/>
                <a:ea typeface="Cambria" pitchFamily="18" charset="0"/>
              </a:rPr>
              <a:t>, </a:t>
            </a:r>
            <a:r>
              <a:rPr lang="en-IN" dirty="0" err="1">
                <a:latin typeface="Cambria" pitchFamily="18" charset="0"/>
                <a:ea typeface="Cambria" pitchFamily="18" charset="0"/>
              </a:rPr>
              <a:t>OpenCV</a:t>
            </a:r>
            <a:r>
              <a:rPr lang="en-IN" dirty="0">
                <a:latin typeface="Cambria" pitchFamily="18" charset="0"/>
                <a:ea typeface="Cambria" pitchFamily="18" charset="0"/>
              </a:rPr>
              <a:t> (free &amp; open-source).</a:t>
            </a:r>
          </a:p>
          <a:p>
            <a:r>
              <a:rPr lang="en-IN" dirty="0">
                <a:latin typeface="Cambria" pitchFamily="18" charset="0"/>
                <a:ea typeface="Cambria" pitchFamily="18" charset="0"/>
              </a:rPr>
              <a:t>Cost: Low (free datasets, Google </a:t>
            </a:r>
            <a:r>
              <a:rPr lang="en-IN" dirty="0" err="1">
                <a:latin typeface="Cambria" pitchFamily="18" charset="0"/>
                <a:ea typeface="Cambria" pitchFamily="18" charset="0"/>
              </a:rPr>
              <a:t>Colab</a:t>
            </a:r>
            <a:r>
              <a:rPr lang="en-IN" dirty="0">
                <a:latin typeface="Cambria" pitchFamily="18" charset="0"/>
                <a:ea typeface="Cambria" pitchFamily="18" charset="0"/>
              </a:rPr>
              <a:t> GPU</a:t>
            </a:r>
            <a:r>
              <a:rPr lang="en-IN" dirty="0" smtClean="0">
                <a:latin typeface="Cambria" pitchFamily="18" charset="0"/>
                <a:ea typeface="Cambria" pitchFamily="18" charset="0"/>
              </a:rPr>
              <a:t>).</a:t>
            </a:r>
            <a:endParaRPr lang="en-IN" dirty="0">
              <a:latin typeface="Cambria" pitchFamily="18" charset="0"/>
              <a:ea typeface="Cambria" pitchFamily="18" charset="0"/>
            </a:endParaRPr>
          </a:p>
          <a:p>
            <a:r>
              <a:rPr lang="en-IN" dirty="0">
                <a:latin typeface="Cambria" pitchFamily="18" charset="0"/>
                <a:ea typeface="Cambria" pitchFamily="18" charset="0"/>
              </a:rPr>
              <a:t>Scalability: Can extend to multiple crops and mobile app deployment.</a:t>
            </a:r>
          </a:p>
        </p:txBody>
      </p:sp>
    </p:spTree>
    <p:extLst>
      <p:ext uri="{BB962C8B-B14F-4D97-AF65-F5344CB8AC3E}">
        <p14:creationId xmlns:p14="http://schemas.microsoft.com/office/powerpoint/2010/main" val="528801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495300" indent="-342900">
              <a:lnSpc>
                <a:spcPct val="200000"/>
              </a:lnSpc>
            </a:pPr>
            <a:r>
              <a:rPr lang="en-US" dirty="0">
                <a:latin typeface="Cambria" panose="02040503050406030204" pitchFamily="18" charset="0"/>
                <a:ea typeface="Cambria" panose="02040503050406030204" pitchFamily="18" charset="0"/>
              </a:rPr>
              <a:t>Block </a:t>
            </a:r>
            <a:r>
              <a:rPr lang="en-US" dirty="0" smtClean="0">
                <a:latin typeface="Cambria" panose="02040503050406030204" pitchFamily="18" charset="0"/>
                <a:ea typeface="Cambria" panose="02040503050406030204" pitchFamily="18" charset="0"/>
              </a:rPr>
              <a:t>Diagram:</a:t>
            </a:r>
            <a:endParaRPr lang="en-US" dirty="0">
              <a:latin typeface="Cambria" panose="02040503050406030204" pitchFamily="18" charset="0"/>
              <a:ea typeface="Cambria" panose="02040503050406030204" pitchFamily="18" charset="0"/>
            </a:endParaRPr>
          </a:p>
        </p:txBody>
      </p:sp>
      <p:sp>
        <p:nvSpPr>
          <p:cNvPr id="115" name="Google Shape;115;p17"/>
          <p:cNvSpPr txBox="1">
            <a:spLocks noGrp="1"/>
          </p:cNvSpPr>
          <p:nvPr>
            <p:ph type="body" idx="1"/>
          </p:nvPr>
        </p:nvSpPr>
        <p:spPr>
          <a:xfrm>
            <a:off x="812800" y="1143000"/>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dirty="0">
              <a:latin typeface="Cambria" panose="02040503050406030204" pitchFamily="18" charset="0"/>
              <a:ea typeface="Cambria" panose="02040503050406030204" pitchFamily="18" charset="0"/>
            </a:endParaRPr>
          </a:p>
        </p:txBody>
      </p:sp>
      <p:sp>
        <p:nvSpPr>
          <p:cNvPr id="4" name="Google Shape;115;p17"/>
          <p:cNvSpPr txBox="1">
            <a:spLocks/>
          </p:cNvSpPr>
          <p:nvPr/>
        </p:nvSpPr>
        <p:spPr>
          <a:xfrm>
            <a:off x="965200" y="1295400"/>
            <a:ext cx="10668000" cy="49530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pPr marL="342900" indent="-190500" algn="just">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p:txBody>
      </p:sp>
      <p:sp>
        <p:nvSpPr>
          <p:cNvPr id="5" name="Google Shape;115;p17"/>
          <p:cNvSpPr txBox="1">
            <a:spLocks/>
          </p:cNvSpPr>
          <p:nvPr/>
        </p:nvSpPr>
        <p:spPr>
          <a:xfrm>
            <a:off x="711200" y="831850"/>
            <a:ext cx="10668000" cy="41783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p:txBody>
      </p:sp>
      <p:sp>
        <p:nvSpPr>
          <p:cNvPr id="2" name="Rounded Rectangle 1"/>
          <p:cNvSpPr/>
          <p:nvPr/>
        </p:nvSpPr>
        <p:spPr>
          <a:xfrm>
            <a:off x="596900" y="1143000"/>
            <a:ext cx="1905000" cy="1054100"/>
          </a:xfrm>
          <a:prstGeom prst="roundRect">
            <a:avLst/>
          </a:prstGeom>
          <a:solidFill>
            <a:schemeClr val="bg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tx1"/>
                </a:solidFill>
              </a:rPr>
              <a:t>Data Collection</a:t>
            </a:r>
          </a:p>
          <a:p>
            <a:pPr algn="ctr"/>
            <a:r>
              <a:rPr lang="en-US" sz="1600" dirty="0" smtClean="0">
                <a:solidFill>
                  <a:schemeClr val="tx1"/>
                </a:solidFill>
              </a:rPr>
              <a:t>-Crop Images</a:t>
            </a:r>
          </a:p>
          <a:p>
            <a:pPr algn="ctr"/>
            <a:r>
              <a:rPr lang="en-US" sz="1600" dirty="0" smtClean="0">
                <a:solidFill>
                  <a:schemeClr val="tx1"/>
                </a:solidFill>
              </a:rPr>
              <a:t>-Public datasets</a:t>
            </a:r>
            <a:endParaRPr lang="en-IN" sz="1600" dirty="0">
              <a:solidFill>
                <a:schemeClr val="tx1"/>
              </a:solidFill>
            </a:endParaRPr>
          </a:p>
        </p:txBody>
      </p:sp>
      <p:sp>
        <p:nvSpPr>
          <p:cNvPr id="7" name="Rounded Rectangle 6"/>
          <p:cNvSpPr/>
          <p:nvPr/>
        </p:nvSpPr>
        <p:spPr>
          <a:xfrm>
            <a:off x="3632200" y="2774950"/>
            <a:ext cx="3098800" cy="1054100"/>
          </a:xfrm>
          <a:prstGeom prst="roundRect">
            <a:avLst/>
          </a:prstGeom>
          <a:solidFill>
            <a:schemeClr val="bg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tx1"/>
                </a:solidFill>
              </a:rPr>
              <a:t>Recommendation System</a:t>
            </a:r>
          </a:p>
          <a:p>
            <a:pPr algn="ctr"/>
            <a:r>
              <a:rPr lang="en-US" sz="1600" dirty="0" smtClean="0">
                <a:solidFill>
                  <a:schemeClr val="tx1"/>
                </a:solidFill>
              </a:rPr>
              <a:t>-Fertilizer/Pesticide Advice</a:t>
            </a:r>
          </a:p>
          <a:p>
            <a:pPr algn="ctr"/>
            <a:r>
              <a:rPr lang="en-US" sz="1600" dirty="0" smtClean="0">
                <a:solidFill>
                  <a:schemeClr val="tx1"/>
                </a:solidFill>
              </a:rPr>
              <a:t>-Preventive Measures</a:t>
            </a:r>
            <a:endParaRPr lang="en-IN" sz="1600" dirty="0">
              <a:solidFill>
                <a:schemeClr val="tx1"/>
              </a:solidFill>
            </a:endParaRPr>
          </a:p>
        </p:txBody>
      </p:sp>
      <p:sp>
        <p:nvSpPr>
          <p:cNvPr id="8" name="Rounded Rectangle 7"/>
          <p:cNvSpPr/>
          <p:nvPr/>
        </p:nvSpPr>
        <p:spPr>
          <a:xfrm>
            <a:off x="3911600" y="1143000"/>
            <a:ext cx="2540000" cy="1054100"/>
          </a:xfrm>
          <a:prstGeom prst="roundRect">
            <a:avLst/>
          </a:prstGeom>
          <a:solidFill>
            <a:schemeClr val="bg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tx1"/>
                </a:solidFill>
              </a:rPr>
              <a:t>Preprocessing </a:t>
            </a:r>
          </a:p>
          <a:p>
            <a:pPr algn="ctr"/>
            <a:r>
              <a:rPr lang="en-US" sz="1600" dirty="0" smtClean="0">
                <a:solidFill>
                  <a:schemeClr val="tx1"/>
                </a:solidFill>
              </a:rPr>
              <a:t>-Resizing</a:t>
            </a:r>
          </a:p>
          <a:p>
            <a:pPr algn="ctr"/>
            <a:r>
              <a:rPr lang="en-US" sz="1600" dirty="0" smtClean="0">
                <a:solidFill>
                  <a:schemeClr val="tx1"/>
                </a:solidFill>
              </a:rPr>
              <a:t>-Augmentation</a:t>
            </a:r>
          </a:p>
          <a:p>
            <a:pPr algn="ctr"/>
            <a:r>
              <a:rPr lang="en-US" sz="1600" dirty="0" smtClean="0">
                <a:solidFill>
                  <a:schemeClr val="tx1"/>
                </a:solidFill>
              </a:rPr>
              <a:t>-Noise removal</a:t>
            </a:r>
            <a:endParaRPr lang="en-IN" sz="1600" dirty="0">
              <a:solidFill>
                <a:schemeClr val="tx1"/>
              </a:solidFill>
            </a:endParaRPr>
          </a:p>
        </p:txBody>
      </p:sp>
      <p:sp>
        <p:nvSpPr>
          <p:cNvPr id="9" name="Rounded Rectangle 8"/>
          <p:cNvSpPr/>
          <p:nvPr/>
        </p:nvSpPr>
        <p:spPr>
          <a:xfrm>
            <a:off x="7912100" y="1143000"/>
            <a:ext cx="3060700" cy="1397000"/>
          </a:xfrm>
          <a:prstGeom prst="roundRect">
            <a:avLst/>
          </a:prstGeom>
          <a:solidFill>
            <a:schemeClr val="bg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tx1"/>
                </a:solidFill>
              </a:rPr>
              <a:t>Disease Detection Mode</a:t>
            </a:r>
          </a:p>
          <a:p>
            <a:pPr algn="ctr"/>
            <a:r>
              <a:rPr lang="en-US" sz="1600" dirty="0" smtClean="0">
                <a:solidFill>
                  <a:schemeClr val="tx1"/>
                </a:solidFill>
              </a:rPr>
              <a:t>-CNN</a:t>
            </a:r>
          </a:p>
          <a:p>
            <a:pPr algn="ctr"/>
            <a:r>
              <a:rPr lang="en-US" sz="1600" dirty="0" smtClean="0">
                <a:solidFill>
                  <a:schemeClr val="tx1"/>
                </a:solidFill>
              </a:rPr>
              <a:t>-Feature Extraction</a:t>
            </a:r>
          </a:p>
          <a:p>
            <a:pPr algn="ctr"/>
            <a:r>
              <a:rPr lang="en-US" sz="1600" dirty="0" smtClean="0">
                <a:solidFill>
                  <a:schemeClr val="tx1"/>
                </a:solidFill>
              </a:rPr>
              <a:t>-Classification</a:t>
            </a:r>
          </a:p>
          <a:p>
            <a:pPr algn="ctr"/>
            <a:endParaRPr lang="en-IN" sz="1600" dirty="0">
              <a:solidFill>
                <a:schemeClr val="tx1"/>
              </a:solidFill>
            </a:endParaRPr>
          </a:p>
        </p:txBody>
      </p:sp>
      <p:sp>
        <p:nvSpPr>
          <p:cNvPr id="10" name="Rounded Rectangle 9"/>
          <p:cNvSpPr/>
          <p:nvPr/>
        </p:nvSpPr>
        <p:spPr>
          <a:xfrm>
            <a:off x="3632200" y="4635500"/>
            <a:ext cx="3098800" cy="1054100"/>
          </a:xfrm>
          <a:prstGeom prst="roundRect">
            <a:avLst/>
          </a:prstGeom>
          <a:solidFill>
            <a:schemeClr val="bg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tx1"/>
                </a:solidFill>
              </a:rPr>
              <a:t>Output</a:t>
            </a:r>
          </a:p>
          <a:p>
            <a:pPr algn="ctr"/>
            <a:r>
              <a:rPr lang="en-US" sz="1600" dirty="0" smtClean="0">
                <a:solidFill>
                  <a:schemeClr val="tx1"/>
                </a:solidFill>
              </a:rPr>
              <a:t>-Healthy//Diseased Result</a:t>
            </a:r>
          </a:p>
          <a:p>
            <a:pPr algn="ctr"/>
            <a:r>
              <a:rPr lang="en-US" sz="1600" dirty="0" smtClean="0">
                <a:solidFill>
                  <a:schemeClr val="tx1"/>
                </a:solidFill>
              </a:rPr>
              <a:t>-Suggested Treatment</a:t>
            </a:r>
            <a:endParaRPr lang="en-IN" sz="1600" dirty="0">
              <a:solidFill>
                <a:schemeClr val="tx1"/>
              </a:solidFill>
            </a:endParaRPr>
          </a:p>
        </p:txBody>
      </p:sp>
      <p:cxnSp>
        <p:nvCxnSpPr>
          <p:cNvPr id="6" name="Straight Arrow Connector 5"/>
          <p:cNvCxnSpPr/>
          <p:nvPr/>
        </p:nvCxnSpPr>
        <p:spPr>
          <a:xfrm>
            <a:off x="2679700" y="1562100"/>
            <a:ext cx="1104900"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578600" y="1670050"/>
            <a:ext cx="1168400"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7" idx="0"/>
          </p:cNvCxnSpPr>
          <p:nvPr/>
        </p:nvCxnSpPr>
        <p:spPr>
          <a:xfrm flipV="1">
            <a:off x="5181600" y="2286000"/>
            <a:ext cx="0" cy="48895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V="1">
            <a:off x="5181600" y="3829050"/>
            <a:ext cx="0" cy="80645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a:off x="6832600" y="3302000"/>
            <a:ext cx="19431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8775700" y="2530475"/>
            <a:ext cx="0" cy="77152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635733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00100" y="622300"/>
            <a:ext cx="10668000" cy="431800"/>
          </a:xfrm>
        </p:spPr>
        <p:txBody>
          <a:bodyPr/>
          <a:lstStyle/>
          <a:p>
            <a:r>
              <a:rPr lang="en-US" dirty="0" smtClean="0">
                <a:latin typeface="Cambria" panose="02040503050406030204" pitchFamily="18" charset="0"/>
                <a:ea typeface="Cambria" panose="02040503050406030204" pitchFamily="18" charset="0"/>
              </a:rPr>
              <a:t>Modules:</a:t>
            </a:r>
            <a:r>
              <a:rPr lang="en-US" dirty="0">
                <a:latin typeface="Cambria" panose="02040503050406030204" pitchFamily="18" charset="0"/>
                <a:ea typeface="Cambria" panose="02040503050406030204" pitchFamily="18" charset="0"/>
              </a:rPr>
              <a:t/>
            </a:r>
            <a:br>
              <a:rPr lang="en-US" dirty="0">
                <a:latin typeface="Cambria" panose="02040503050406030204" pitchFamily="18" charset="0"/>
                <a:ea typeface="Cambria" panose="02040503050406030204" pitchFamily="18" charset="0"/>
              </a:rPr>
            </a:br>
            <a:endParaRPr lang="en-IN" dirty="0"/>
          </a:p>
        </p:txBody>
      </p:sp>
      <p:sp>
        <p:nvSpPr>
          <p:cNvPr id="3" name="Text Placeholder 2"/>
          <p:cNvSpPr>
            <a:spLocks noGrp="1"/>
          </p:cNvSpPr>
          <p:nvPr>
            <p:ph type="body" idx="1"/>
          </p:nvPr>
        </p:nvSpPr>
        <p:spPr/>
        <p:txBody>
          <a:bodyPr/>
          <a:lstStyle/>
          <a:p>
            <a:pPr>
              <a:lnSpc>
                <a:spcPct val="150000"/>
              </a:lnSpc>
            </a:pPr>
            <a:r>
              <a:rPr lang="en-IN" b="1" dirty="0">
                <a:latin typeface="Cambria" pitchFamily="18" charset="0"/>
                <a:ea typeface="Cambria" pitchFamily="18" charset="0"/>
              </a:rPr>
              <a:t>Data Collection &amp; </a:t>
            </a:r>
            <a:r>
              <a:rPr lang="en-IN" b="1" dirty="0" err="1">
                <a:latin typeface="Cambria" pitchFamily="18" charset="0"/>
                <a:ea typeface="Cambria" pitchFamily="18" charset="0"/>
              </a:rPr>
              <a:t>Preprocessing</a:t>
            </a:r>
            <a:r>
              <a:rPr lang="en-IN" dirty="0">
                <a:latin typeface="Cambria" pitchFamily="18" charset="0"/>
                <a:ea typeface="Cambria" pitchFamily="18" charset="0"/>
              </a:rPr>
              <a:t> </a:t>
            </a:r>
            <a:r>
              <a:rPr lang="en-IN" dirty="0" smtClean="0">
                <a:latin typeface="Cambria" pitchFamily="18" charset="0"/>
                <a:ea typeface="Cambria" pitchFamily="18" charset="0"/>
              </a:rPr>
              <a:t>- </a:t>
            </a:r>
            <a:r>
              <a:rPr lang="en-IN" dirty="0">
                <a:latin typeface="Cambria" pitchFamily="18" charset="0"/>
                <a:ea typeface="Cambria" pitchFamily="18" charset="0"/>
              </a:rPr>
              <a:t>Gather leaf images, normalize, augment.</a:t>
            </a:r>
          </a:p>
          <a:p>
            <a:pPr>
              <a:lnSpc>
                <a:spcPct val="150000"/>
              </a:lnSpc>
            </a:pPr>
            <a:r>
              <a:rPr lang="en-IN" b="1" dirty="0">
                <a:latin typeface="Cambria" pitchFamily="18" charset="0"/>
                <a:ea typeface="Cambria" pitchFamily="18" charset="0"/>
              </a:rPr>
              <a:t>Disease Detection Model</a:t>
            </a:r>
            <a:r>
              <a:rPr lang="en-IN" dirty="0">
                <a:latin typeface="Cambria" pitchFamily="18" charset="0"/>
                <a:ea typeface="Cambria" pitchFamily="18" charset="0"/>
              </a:rPr>
              <a:t> </a:t>
            </a:r>
            <a:r>
              <a:rPr lang="en-IN" dirty="0" smtClean="0">
                <a:latin typeface="Cambria" pitchFamily="18" charset="0"/>
                <a:ea typeface="Cambria" pitchFamily="18" charset="0"/>
              </a:rPr>
              <a:t>- </a:t>
            </a:r>
            <a:r>
              <a:rPr lang="en-IN" dirty="0">
                <a:latin typeface="Cambria" pitchFamily="18" charset="0"/>
                <a:ea typeface="Cambria" pitchFamily="18" charset="0"/>
              </a:rPr>
              <a:t>CNN-based classification.</a:t>
            </a:r>
          </a:p>
          <a:p>
            <a:pPr>
              <a:lnSpc>
                <a:spcPct val="150000"/>
              </a:lnSpc>
            </a:pPr>
            <a:r>
              <a:rPr lang="en-IN" b="1" dirty="0">
                <a:latin typeface="Cambria" pitchFamily="18" charset="0"/>
                <a:ea typeface="Cambria" pitchFamily="18" charset="0"/>
              </a:rPr>
              <a:t>Recommendation Engine</a:t>
            </a:r>
            <a:r>
              <a:rPr lang="en-IN" dirty="0">
                <a:latin typeface="Cambria" pitchFamily="18" charset="0"/>
                <a:ea typeface="Cambria" pitchFamily="18" charset="0"/>
              </a:rPr>
              <a:t> </a:t>
            </a:r>
            <a:r>
              <a:rPr lang="en-IN" dirty="0" smtClean="0">
                <a:latin typeface="Cambria" pitchFamily="18" charset="0"/>
                <a:ea typeface="Cambria" pitchFamily="18" charset="0"/>
              </a:rPr>
              <a:t>- Suggest </a:t>
            </a:r>
            <a:r>
              <a:rPr lang="en-IN" dirty="0">
                <a:latin typeface="Cambria" pitchFamily="18" charset="0"/>
                <a:ea typeface="Cambria" pitchFamily="18" charset="0"/>
              </a:rPr>
              <a:t>treatments &amp; fertilizers.</a:t>
            </a:r>
          </a:p>
          <a:p>
            <a:pPr>
              <a:lnSpc>
                <a:spcPct val="150000"/>
              </a:lnSpc>
            </a:pPr>
            <a:r>
              <a:rPr lang="en-IN" b="1" dirty="0">
                <a:latin typeface="Cambria" pitchFamily="18" charset="0"/>
                <a:ea typeface="Cambria" pitchFamily="18" charset="0"/>
              </a:rPr>
              <a:t>User Interface</a:t>
            </a:r>
            <a:r>
              <a:rPr lang="en-IN" dirty="0">
                <a:latin typeface="Cambria" pitchFamily="18" charset="0"/>
                <a:ea typeface="Cambria" pitchFamily="18" charset="0"/>
              </a:rPr>
              <a:t> </a:t>
            </a:r>
            <a:r>
              <a:rPr lang="en-IN" dirty="0" smtClean="0">
                <a:latin typeface="Cambria" pitchFamily="18" charset="0"/>
                <a:ea typeface="Cambria" pitchFamily="18" charset="0"/>
              </a:rPr>
              <a:t>- </a:t>
            </a:r>
            <a:r>
              <a:rPr lang="en-IN" dirty="0">
                <a:latin typeface="Cambria" pitchFamily="18" charset="0"/>
                <a:ea typeface="Cambria" pitchFamily="18" charset="0"/>
              </a:rPr>
              <a:t>Web/Mobile app for farmers.</a:t>
            </a:r>
          </a:p>
          <a:p>
            <a:pPr>
              <a:lnSpc>
                <a:spcPct val="150000"/>
              </a:lnSpc>
            </a:pPr>
            <a:r>
              <a:rPr lang="en-IN" b="1" dirty="0">
                <a:latin typeface="Cambria" pitchFamily="18" charset="0"/>
                <a:ea typeface="Cambria" pitchFamily="18" charset="0"/>
              </a:rPr>
              <a:t>Database</a:t>
            </a:r>
            <a:r>
              <a:rPr lang="en-IN" dirty="0">
                <a:latin typeface="Cambria" pitchFamily="18" charset="0"/>
                <a:ea typeface="Cambria" pitchFamily="18" charset="0"/>
              </a:rPr>
              <a:t> </a:t>
            </a:r>
            <a:r>
              <a:rPr lang="en-IN" dirty="0" smtClean="0">
                <a:latin typeface="Cambria" pitchFamily="18" charset="0"/>
                <a:ea typeface="Cambria" pitchFamily="18" charset="0"/>
              </a:rPr>
              <a:t>- </a:t>
            </a:r>
            <a:r>
              <a:rPr lang="en-IN" dirty="0">
                <a:latin typeface="Cambria" pitchFamily="18" charset="0"/>
                <a:ea typeface="Cambria" pitchFamily="18" charset="0"/>
              </a:rPr>
              <a:t>Store crop images, predictions, and results.</a:t>
            </a:r>
          </a:p>
          <a:p>
            <a:pPr>
              <a:lnSpc>
                <a:spcPct val="150000"/>
              </a:lnSpc>
            </a:pPr>
            <a:endParaRPr lang="en-IN" dirty="0">
              <a:latin typeface="Cambria" pitchFamily="18" charset="0"/>
              <a:ea typeface="Cambria" pitchFamily="18" charset="0"/>
            </a:endParaRPr>
          </a:p>
        </p:txBody>
      </p:sp>
    </p:spTree>
    <p:extLst>
      <p:ext uri="{BB962C8B-B14F-4D97-AF65-F5344CB8AC3E}">
        <p14:creationId xmlns:p14="http://schemas.microsoft.com/office/powerpoint/2010/main" val="412832981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7400" y="592138"/>
            <a:ext cx="10668000" cy="487500"/>
          </a:xfrm>
        </p:spPr>
        <p:txBody>
          <a:bodyPr/>
          <a:lstStyle/>
          <a:p>
            <a:r>
              <a:rPr lang="en-US" dirty="0">
                <a:latin typeface="Cambria" panose="02040503050406030204" pitchFamily="18" charset="0"/>
                <a:ea typeface="Cambria" panose="02040503050406030204" pitchFamily="18" charset="0"/>
              </a:rPr>
              <a:t>Hardware/Software </a:t>
            </a:r>
            <a:r>
              <a:rPr lang="en-US" dirty="0" smtClean="0">
                <a:latin typeface="Cambria" panose="02040503050406030204" pitchFamily="18" charset="0"/>
                <a:ea typeface="Cambria" panose="02040503050406030204" pitchFamily="18" charset="0"/>
              </a:rPr>
              <a:t>Requirements:</a:t>
            </a:r>
            <a:r>
              <a:rPr lang="en-US" dirty="0">
                <a:latin typeface="Cambria" panose="02040503050406030204" pitchFamily="18" charset="0"/>
                <a:ea typeface="Cambria" panose="02040503050406030204" pitchFamily="18" charset="0"/>
              </a:rPr>
              <a:t/>
            </a:r>
            <a:br>
              <a:rPr lang="en-US" dirty="0">
                <a:latin typeface="Cambria" panose="02040503050406030204" pitchFamily="18" charset="0"/>
                <a:ea typeface="Cambria" panose="02040503050406030204" pitchFamily="18" charset="0"/>
              </a:rPr>
            </a:br>
            <a:endParaRPr lang="en-IN" dirty="0"/>
          </a:p>
        </p:txBody>
      </p:sp>
      <p:sp>
        <p:nvSpPr>
          <p:cNvPr id="3" name="Text Placeholder 2"/>
          <p:cNvSpPr>
            <a:spLocks noGrp="1"/>
          </p:cNvSpPr>
          <p:nvPr>
            <p:ph type="body" idx="1"/>
          </p:nvPr>
        </p:nvSpPr>
        <p:spPr/>
        <p:txBody>
          <a:bodyPr/>
          <a:lstStyle/>
          <a:p>
            <a:pPr marL="76200" indent="0">
              <a:buNone/>
            </a:pPr>
            <a:r>
              <a:rPr lang="en-IN" b="1" dirty="0">
                <a:latin typeface="Cambria" pitchFamily="18" charset="0"/>
                <a:ea typeface="Cambria" pitchFamily="18" charset="0"/>
              </a:rPr>
              <a:t> </a:t>
            </a:r>
            <a:r>
              <a:rPr lang="en-IN" b="1" dirty="0" smtClean="0">
                <a:latin typeface="Cambria" pitchFamily="18" charset="0"/>
                <a:ea typeface="Cambria" pitchFamily="18" charset="0"/>
              </a:rPr>
              <a:t>  Hardware</a:t>
            </a:r>
            <a:r>
              <a:rPr lang="en-IN" b="1" dirty="0">
                <a:latin typeface="Cambria" pitchFamily="18" charset="0"/>
                <a:ea typeface="Cambria" pitchFamily="18" charset="0"/>
              </a:rPr>
              <a:t>:</a:t>
            </a:r>
            <a:endParaRPr lang="en-IN" dirty="0">
              <a:latin typeface="Cambria" pitchFamily="18" charset="0"/>
              <a:ea typeface="Cambria" pitchFamily="18" charset="0"/>
            </a:endParaRPr>
          </a:p>
          <a:p>
            <a:r>
              <a:rPr lang="en-IN" dirty="0">
                <a:latin typeface="Cambria" pitchFamily="18" charset="0"/>
                <a:ea typeface="Cambria" pitchFamily="18" charset="0"/>
              </a:rPr>
              <a:t>Input Device: Smartphone/Camera.</a:t>
            </a:r>
          </a:p>
          <a:p>
            <a:r>
              <a:rPr lang="en-IN" dirty="0">
                <a:latin typeface="Cambria" pitchFamily="18" charset="0"/>
                <a:ea typeface="Cambria" pitchFamily="18" charset="0"/>
              </a:rPr>
              <a:t>Processing: Laptop/PC with GPU </a:t>
            </a:r>
            <a:endParaRPr lang="en-IN" dirty="0" smtClean="0">
              <a:latin typeface="Cambria" pitchFamily="18" charset="0"/>
              <a:ea typeface="Cambria" pitchFamily="18" charset="0"/>
            </a:endParaRPr>
          </a:p>
          <a:p>
            <a:endParaRPr lang="en-IN" dirty="0">
              <a:latin typeface="Cambria" pitchFamily="18" charset="0"/>
              <a:ea typeface="Cambria" pitchFamily="18" charset="0"/>
            </a:endParaRPr>
          </a:p>
          <a:p>
            <a:pPr marL="76200" indent="0">
              <a:buNone/>
            </a:pPr>
            <a:r>
              <a:rPr lang="en-IN" b="1" dirty="0" smtClean="0">
                <a:latin typeface="Cambria" pitchFamily="18" charset="0"/>
                <a:ea typeface="Cambria" pitchFamily="18" charset="0"/>
              </a:rPr>
              <a:t>   Software</a:t>
            </a:r>
            <a:r>
              <a:rPr lang="en-IN" b="1" dirty="0">
                <a:latin typeface="Cambria" pitchFamily="18" charset="0"/>
                <a:ea typeface="Cambria" pitchFamily="18" charset="0"/>
              </a:rPr>
              <a:t>:</a:t>
            </a:r>
            <a:endParaRPr lang="en-IN" dirty="0">
              <a:latin typeface="Cambria" pitchFamily="18" charset="0"/>
              <a:ea typeface="Cambria" pitchFamily="18" charset="0"/>
            </a:endParaRPr>
          </a:p>
          <a:p>
            <a:r>
              <a:rPr lang="en-IN" dirty="0">
                <a:latin typeface="Cambria" pitchFamily="18" charset="0"/>
                <a:ea typeface="Cambria" pitchFamily="18" charset="0"/>
              </a:rPr>
              <a:t>Programming: Python</a:t>
            </a:r>
          </a:p>
          <a:p>
            <a:r>
              <a:rPr lang="en-IN" dirty="0" smtClean="0">
                <a:latin typeface="Cambria" pitchFamily="18" charset="0"/>
                <a:ea typeface="Cambria" pitchFamily="18" charset="0"/>
              </a:rPr>
              <a:t>Frameworks: </a:t>
            </a:r>
            <a:r>
              <a:rPr lang="en-IN" dirty="0" err="1" smtClean="0">
                <a:latin typeface="Cambria" pitchFamily="18" charset="0"/>
                <a:ea typeface="Cambria" pitchFamily="18" charset="0"/>
              </a:rPr>
              <a:t>TensorFlow</a:t>
            </a:r>
            <a:r>
              <a:rPr lang="en-IN" dirty="0" smtClean="0">
                <a:latin typeface="Cambria" pitchFamily="18" charset="0"/>
                <a:ea typeface="Cambria" pitchFamily="18" charset="0"/>
              </a:rPr>
              <a:t> </a:t>
            </a:r>
          </a:p>
          <a:p>
            <a:r>
              <a:rPr lang="en-IN" dirty="0" smtClean="0">
                <a:latin typeface="Cambria" pitchFamily="18" charset="0"/>
                <a:ea typeface="Cambria" pitchFamily="18" charset="0"/>
              </a:rPr>
              <a:t>Libraries</a:t>
            </a:r>
            <a:r>
              <a:rPr lang="en-IN" dirty="0">
                <a:latin typeface="Cambria" pitchFamily="18" charset="0"/>
                <a:ea typeface="Cambria" pitchFamily="18" charset="0"/>
              </a:rPr>
              <a:t>: </a:t>
            </a:r>
            <a:r>
              <a:rPr lang="en-IN" dirty="0" err="1">
                <a:latin typeface="Cambria" pitchFamily="18" charset="0"/>
                <a:ea typeface="Cambria" pitchFamily="18" charset="0"/>
              </a:rPr>
              <a:t>OpenCV</a:t>
            </a:r>
            <a:r>
              <a:rPr lang="en-IN" dirty="0">
                <a:latin typeface="Cambria" pitchFamily="18" charset="0"/>
                <a:ea typeface="Cambria" pitchFamily="18" charset="0"/>
              </a:rPr>
              <a:t>, </a:t>
            </a:r>
            <a:r>
              <a:rPr lang="en-IN" dirty="0" err="1">
                <a:latin typeface="Cambria" pitchFamily="18" charset="0"/>
                <a:ea typeface="Cambria" pitchFamily="18" charset="0"/>
              </a:rPr>
              <a:t>NumPy</a:t>
            </a:r>
            <a:r>
              <a:rPr lang="en-IN" dirty="0">
                <a:latin typeface="Cambria" pitchFamily="18" charset="0"/>
                <a:ea typeface="Cambria" pitchFamily="18" charset="0"/>
              </a:rPr>
              <a:t>, Pandas, </a:t>
            </a:r>
            <a:r>
              <a:rPr lang="en-IN" dirty="0" err="1" smtClean="0">
                <a:latin typeface="Cambria" pitchFamily="18" charset="0"/>
                <a:ea typeface="Cambria" pitchFamily="18" charset="0"/>
              </a:rPr>
              <a:t>Matplotlib</a:t>
            </a:r>
            <a:endParaRPr lang="en-IN" dirty="0">
              <a:latin typeface="Cambria" pitchFamily="18" charset="0"/>
              <a:ea typeface="Cambria" pitchFamily="18" charset="0"/>
            </a:endParaRPr>
          </a:p>
          <a:p>
            <a:r>
              <a:rPr lang="en-IN" dirty="0">
                <a:latin typeface="Cambria" pitchFamily="18" charset="0"/>
                <a:ea typeface="Cambria" pitchFamily="18" charset="0"/>
              </a:rPr>
              <a:t>Version Control: </a:t>
            </a:r>
            <a:r>
              <a:rPr lang="en-IN" dirty="0" err="1">
                <a:latin typeface="Cambria" pitchFamily="18" charset="0"/>
                <a:ea typeface="Cambria" pitchFamily="18" charset="0"/>
              </a:rPr>
              <a:t>GitHub</a:t>
            </a:r>
            <a:endParaRPr lang="en-IN" dirty="0">
              <a:latin typeface="Cambria" pitchFamily="18" charset="0"/>
              <a:ea typeface="Cambria" pitchFamily="18" charset="0"/>
            </a:endParaRPr>
          </a:p>
          <a:p>
            <a:endParaRPr lang="en-IN" dirty="0">
              <a:latin typeface="Cambria" pitchFamily="18" charset="0"/>
              <a:ea typeface="Cambria" pitchFamily="18" charset="0"/>
            </a:endParaRPr>
          </a:p>
        </p:txBody>
      </p:sp>
    </p:spTree>
    <p:extLst>
      <p:ext uri="{BB962C8B-B14F-4D97-AF65-F5344CB8AC3E}">
        <p14:creationId xmlns:p14="http://schemas.microsoft.com/office/powerpoint/2010/main" val="85885523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latin typeface="Cambria" panose="02040503050406030204" pitchFamily="18" charset="0"/>
                <a:ea typeface="Cambria" panose="02040503050406030204" pitchFamily="18" charset="0"/>
              </a:rPr>
              <a:t>Timeline of the Project (Gantt Chart)</a:t>
            </a:r>
            <a:endParaRPr dirty="0">
              <a:latin typeface="Cambria" panose="02040503050406030204" pitchFamily="18" charset="0"/>
              <a:ea typeface="Cambria" panose="02040503050406030204" pitchFamily="18" charset="0"/>
            </a:endParaRPr>
          </a:p>
        </p:txBody>
      </p:sp>
      <p:sp>
        <p:nvSpPr>
          <p:cNvPr id="115" name="Google Shape;115;p17"/>
          <p:cNvSpPr txBox="1">
            <a:spLocks noGrp="1"/>
          </p:cNvSpPr>
          <p:nvPr>
            <p:ph type="body" idx="1"/>
          </p:nvPr>
        </p:nvSpPr>
        <p:spPr>
          <a:xfrm>
            <a:off x="2886697" y="2895073"/>
            <a:ext cx="7058581" cy="1251408"/>
          </a:xfrm>
          <a:prstGeom prst="rect">
            <a:avLst/>
          </a:prstGeom>
          <a:noFill/>
          <a:ln>
            <a:noFill/>
          </a:ln>
        </p:spPr>
        <p:txBody>
          <a:bodyPr spcFirstLastPara="1" wrap="square" lIns="91425" tIns="45700" rIns="91425" bIns="45700" anchor="t" anchorCtr="0">
            <a:normAutofit/>
          </a:bodyPr>
          <a:lstStyle/>
          <a:p>
            <a:pPr marL="342900" lvl="0" indent="-190500" algn="just" rtl="0">
              <a:spcBef>
                <a:spcPts val="0"/>
              </a:spcBef>
              <a:spcAft>
                <a:spcPts val="0"/>
              </a:spcAft>
              <a:buClr>
                <a:schemeClr val="dk1"/>
              </a:buClr>
              <a:buSzPct val="100000"/>
              <a:buNone/>
            </a:pPr>
            <a:r>
              <a:rPr lang="en-IN" dirty="0">
                <a:latin typeface="Cambria" panose="02040503050406030204" pitchFamily="18" charset="0"/>
                <a:ea typeface="Cambria" panose="02040503050406030204" pitchFamily="18" charset="0"/>
              </a:rPr>
              <a:t> </a:t>
            </a:r>
            <a:endParaRPr dirty="0">
              <a:latin typeface="Cambria" panose="02040503050406030204" pitchFamily="18" charset="0"/>
              <a:ea typeface="Cambria" panose="02040503050406030204" pitchFamily="18" charset="0"/>
            </a:endParaRPr>
          </a:p>
        </p:txBody>
      </p:sp>
      <p:sp>
        <p:nvSpPr>
          <p:cNvPr id="4" name="AutoShape 4" descr="Output imag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2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975" y="1066800"/>
            <a:ext cx="11490325" cy="4963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7989027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2"/>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lvl="0"/>
            <a:r>
              <a:rPr lang="en-GB" dirty="0">
                <a:latin typeface="Cambria" panose="02040503050406030204" pitchFamily="18" charset="0"/>
                <a:ea typeface="Cambria" panose="02040503050406030204" pitchFamily="18" charset="0"/>
              </a:rPr>
              <a:t>References (IEEE Paper format)</a:t>
            </a:r>
            <a:endParaRPr dirty="0">
              <a:latin typeface="Cambria" panose="02040503050406030204" pitchFamily="18" charset="0"/>
              <a:ea typeface="Cambria" panose="02040503050406030204" pitchFamily="18" charset="0"/>
            </a:endParaRPr>
          </a:p>
        </p:txBody>
      </p:sp>
      <p:sp>
        <p:nvSpPr>
          <p:cNvPr id="145" name="Google Shape;145;p22"/>
          <p:cNvSpPr txBox="1">
            <a:spLocks noGrp="1"/>
          </p:cNvSpPr>
          <p:nvPr>
            <p:ph type="body" idx="1"/>
          </p:nvPr>
        </p:nvSpPr>
        <p:spPr>
          <a:xfrm>
            <a:off x="683967" y="1227843"/>
            <a:ext cx="10925665" cy="4767605"/>
          </a:xfrm>
          <a:prstGeom prst="rect">
            <a:avLst/>
          </a:prstGeom>
          <a:noFill/>
          <a:ln>
            <a:noFill/>
          </a:ln>
        </p:spPr>
        <p:txBody>
          <a:bodyPr spcFirstLastPara="1" wrap="square" lIns="91425" tIns="45700" rIns="91425" bIns="45700" anchor="t" anchorCtr="0">
            <a:normAutofit/>
          </a:bodyPr>
          <a:lstStyle/>
          <a:p>
            <a:pPr marL="152400" indent="0">
              <a:spcBef>
                <a:spcPts val="0"/>
              </a:spcBef>
              <a:buNone/>
            </a:pPr>
            <a:r>
              <a:rPr lang="en-US" sz="1800" dirty="0">
                <a:latin typeface="Cambria" panose="02040503050406030204" pitchFamily="18" charset="0"/>
                <a:ea typeface="Cambria" panose="02040503050406030204" pitchFamily="18" charset="0"/>
              </a:rPr>
              <a:t>[1]. S. Mohanty, D. Hughes, and M. Salathé, “Using deep learning for image-based plant     disease detection,” Frontiers in Plant Science, vol. 7, p. 1419, Sep. 2016.</a:t>
            </a:r>
          </a:p>
          <a:p>
            <a:pPr marL="152400" indent="0">
              <a:spcBef>
                <a:spcPts val="0"/>
              </a:spcBef>
              <a:buNone/>
            </a:pPr>
            <a:endParaRPr lang="en-US" sz="1800" dirty="0">
              <a:latin typeface="Cambria" panose="02040503050406030204" pitchFamily="18" charset="0"/>
              <a:ea typeface="Cambria" panose="02040503050406030204" pitchFamily="18" charset="0"/>
            </a:endParaRPr>
          </a:p>
          <a:p>
            <a:pPr marL="152400" indent="0">
              <a:spcBef>
                <a:spcPts val="0"/>
              </a:spcBef>
              <a:buNone/>
            </a:pPr>
            <a:r>
              <a:rPr lang="en-US" sz="1800" dirty="0">
                <a:latin typeface="Cambria" panose="02040503050406030204" pitchFamily="18" charset="0"/>
                <a:ea typeface="Cambria" panose="02040503050406030204" pitchFamily="18" charset="0"/>
              </a:rPr>
              <a:t>[2]. A. Too, L. Yujian, S. Njuki, and L. Yingchun, “A comparative study of fine-tuning deep learning models for plant disease identification,” Computers and Electronics in Agriculture, vol. 161, pp. 272–279, Jun. 2019.</a:t>
            </a:r>
          </a:p>
          <a:p>
            <a:pPr marL="152400" indent="0">
              <a:spcBef>
                <a:spcPts val="0"/>
              </a:spcBef>
              <a:buNone/>
            </a:pPr>
            <a:endParaRPr lang="en-US" sz="1800" dirty="0">
              <a:latin typeface="Cambria" panose="02040503050406030204" pitchFamily="18" charset="0"/>
              <a:ea typeface="Cambria" panose="02040503050406030204" pitchFamily="18" charset="0"/>
            </a:endParaRPr>
          </a:p>
          <a:p>
            <a:pPr marL="152400" indent="0">
              <a:spcBef>
                <a:spcPts val="0"/>
              </a:spcBef>
              <a:buNone/>
            </a:pPr>
            <a:r>
              <a:rPr lang="en-US" sz="1800" dirty="0">
                <a:latin typeface="Cambria" panose="02040503050406030204" pitchFamily="18" charset="0"/>
                <a:ea typeface="Cambria" panose="02040503050406030204" pitchFamily="18" charset="0"/>
              </a:rPr>
              <a:t>[3]. P. Ferentinos, “Deep learning models for plant disease detection and diagnosis,” Computers and Electronics in Agriculture, vol. 145, pp. 311–318, Feb. 2018.</a:t>
            </a:r>
          </a:p>
          <a:p>
            <a:pPr marL="609600" lvl="1" indent="0">
              <a:spcBef>
                <a:spcPts val="0"/>
              </a:spcBef>
              <a:buNone/>
            </a:pPr>
            <a:endParaRPr lang="en-US" sz="1900" dirty="0">
              <a:latin typeface="Cambria" panose="02040503050406030204" pitchFamily="18" charset="0"/>
              <a:ea typeface="Cambria" panose="02040503050406030204" pitchFamily="18" charset="0"/>
            </a:endParaRPr>
          </a:p>
          <a:p>
            <a:pPr marL="152400" indent="0">
              <a:spcBef>
                <a:spcPts val="0"/>
              </a:spcBef>
              <a:buNone/>
            </a:pPr>
            <a:r>
              <a:rPr lang="en-US" sz="1800" dirty="0" smtClean="0">
                <a:latin typeface="Cambria" pitchFamily="18" charset="0"/>
                <a:ea typeface="Cambria" pitchFamily="18" charset="0"/>
              </a:rPr>
              <a:t>[4]. P. Jiang, Y. Chen, B. Liu, D. He and C. Liang, “Real-Time Detection of Apple Leaf Diseases Using Deep Learning Approach Based on Improved Convolutional Neural Networks,” </a:t>
            </a:r>
            <a:r>
              <a:rPr lang="en-US" sz="1800" i="1" dirty="0" smtClean="0">
                <a:latin typeface="Cambria" pitchFamily="18" charset="0"/>
                <a:ea typeface="Cambria" pitchFamily="18" charset="0"/>
              </a:rPr>
              <a:t>IEEE Access</a:t>
            </a:r>
            <a:r>
              <a:rPr lang="en-US" sz="1800" dirty="0" smtClean="0">
                <a:latin typeface="Cambria" pitchFamily="18" charset="0"/>
                <a:ea typeface="Cambria" pitchFamily="18" charset="0"/>
              </a:rPr>
              <a:t>, vol. 7, pp. 59069–59080, 2019.</a:t>
            </a:r>
          </a:p>
          <a:p>
            <a:pPr marL="152400" indent="0">
              <a:spcBef>
                <a:spcPts val="0"/>
              </a:spcBef>
              <a:buNone/>
            </a:pPr>
            <a:endParaRPr lang="en-US" sz="1800" dirty="0">
              <a:latin typeface="Cambria" pitchFamily="18" charset="0"/>
              <a:ea typeface="Cambria" pitchFamily="18" charset="0"/>
            </a:endParaRPr>
          </a:p>
          <a:p>
            <a:pPr marL="152400" indent="0">
              <a:spcBef>
                <a:spcPts val="0"/>
              </a:spcBef>
              <a:buNone/>
            </a:pPr>
            <a:r>
              <a:rPr lang="en-US" sz="1800" dirty="0" smtClean="0">
                <a:latin typeface="Cambria" pitchFamily="18" charset="0"/>
                <a:ea typeface="Cambria" pitchFamily="18" charset="0"/>
              </a:rPr>
              <a:t>[5]. </a:t>
            </a:r>
            <a:r>
              <a:rPr lang="en-IN" sz="1800" dirty="0">
                <a:latin typeface="Cambria" pitchFamily="18" charset="0"/>
                <a:ea typeface="Cambria" pitchFamily="18" charset="0"/>
              </a:rPr>
              <a:t>X. Zhang, Y. </a:t>
            </a:r>
            <a:r>
              <a:rPr lang="en-IN" sz="1800" dirty="0" err="1">
                <a:latin typeface="Cambria" pitchFamily="18" charset="0"/>
                <a:ea typeface="Cambria" pitchFamily="18" charset="0"/>
              </a:rPr>
              <a:t>Qiao</a:t>
            </a:r>
            <a:r>
              <a:rPr lang="en-IN" sz="1800" dirty="0">
                <a:latin typeface="Cambria" pitchFamily="18" charset="0"/>
                <a:ea typeface="Cambria" pitchFamily="18" charset="0"/>
              </a:rPr>
              <a:t>, F. </a:t>
            </a:r>
            <a:r>
              <a:rPr lang="en-IN" sz="1800" dirty="0" err="1">
                <a:latin typeface="Cambria" pitchFamily="18" charset="0"/>
                <a:ea typeface="Cambria" pitchFamily="18" charset="0"/>
              </a:rPr>
              <a:t>Meng</a:t>
            </a:r>
            <a:r>
              <a:rPr lang="en-IN" sz="1800" dirty="0">
                <a:latin typeface="Cambria" pitchFamily="18" charset="0"/>
                <a:ea typeface="Cambria" pitchFamily="18" charset="0"/>
              </a:rPr>
              <a:t>, C. Fan and M. Zhang, “Identification of Maize Leaf Diseases Using Improved Deep Convolutional Neural Networks,” </a:t>
            </a:r>
            <a:r>
              <a:rPr lang="en-IN" sz="1800" i="1" dirty="0">
                <a:latin typeface="Cambria" pitchFamily="18" charset="0"/>
                <a:ea typeface="Cambria" pitchFamily="18" charset="0"/>
              </a:rPr>
              <a:t>IEEE Access</a:t>
            </a:r>
            <a:r>
              <a:rPr lang="en-IN" sz="1800" dirty="0">
                <a:latin typeface="Cambria" pitchFamily="18" charset="0"/>
                <a:ea typeface="Cambria" pitchFamily="18" charset="0"/>
              </a:rPr>
              <a:t>, vol. 6, pp. 30370–30377, </a:t>
            </a:r>
            <a:r>
              <a:rPr lang="en-IN" sz="1800" dirty="0" smtClean="0">
                <a:latin typeface="Cambria" pitchFamily="18" charset="0"/>
                <a:ea typeface="Cambria" pitchFamily="18" charset="0"/>
              </a:rPr>
              <a:t>2018</a:t>
            </a:r>
            <a:r>
              <a:rPr lang="en-IN" sz="1800" dirty="0">
                <a:latin typeface="Cambria" pitchFamily="18" charset="0"/>
                <a:ea typeface="Cambria" pitchFamily="18" charset="0"/>
              </a:rPr>
              <a:t>.</a:t>
            </a:r>
            <a:endParaRPr lang="en-US" dirty="0">
              <a:latin typeface="Cambria" panose="02040503050406030204" pitchFamily="18" charset="0"/>
              <a:ea typeface="Cambria" panose="02040503050406030204" pitchFamily="18" charset="0"/>
            </a:endParaRPr>
          </a:p>
          <a:p>
            <a:pPr marL="152400" indent="0">
              <a:spcBef>
                <a:spcPts val="0"/>
              </a:spcBef>
              <a:buNone/>
            </a:pPr>
            <a:endParaRPr lang="en-US" dirty="0">
              <a:latin typeface="Cambria" panose="02040503050406030204" pitchFamily="18" charset="0"/>
              <a:ea typeface="Cambria" panose="02040503050406030204" pitchFamily="18" charset="0"/>
            </a:endParaRPr>
          </a:p>
          <a:p>
            <a:pPr marL="152400" indent="0">
              <a:spcBef>
                <a:spcPts val="0"/>
              </a:spcBef>
              <a:buNone/>
            </a:pPr>
            <a:endParaRPr lang="en-US" dirty="0">
              <a:latin typeface="Cambria" panose="02040503050406030204" pitchFamily="18" charset="0"/>
              <a:ea typeface="Cambria" panose="02040503050406030204" pitchFamily="18" charset="0"/>
            </a:endParaRPr>
          </a:p>
          <a:p>
            <a:pPr marL="152400" indent="0">
              <a:spcBef>
                <a:spcPts val="0"/>
              </a:spcBef>
              <a:buNone/>
            </a:pPr>
            <a:endParaRPr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93095749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2"/>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lvl="0"/>
            <a:r>
              <a:rPr lang="en-GB" dirty="0">
                <a:latin typeface="Cambria" panose="02040503050406030204" pitchFamily="18" charset="0"/>
                <a:ea typeface="Cambria" panose="02040503050406030204" pitchFamily="18" charset="0"/>
              </a:rPr>
              <a:t>References (IEEE Paper format)</a:t>
            </a:r>
            <a:endParaRPr dirty="0">
              <a:latin typeface="Cambria" panose="02040503050406030204" pitchFamily="18" charset="0"/>
              <a:ea typeface="Cambria" panose="02040503050406030204" pitchFamily="18" charset="0"/>
            </a:endParaRPr>
          </a:p>
        </p:txBody>
      </p:sp>
      <p:sp>
        <p:nvSpPr>
          <p:cNvPr id="145" name="Google Shape;145;p22"/>
          <p:cNvSpPr txBox="1">
            <a:spLocks noGrp="1"/>
          </p:cNvSpPr>
          <p:nvPr>
            <p:ph type="body" idx="1"/>
          </p:nvPr>
        </p:nvSpPr>
        <p:spPr>
          <a:xfrm>
            <a:off x="683967" y="1227843"/>
            <a:ext cx="10925665" cy="4767605"/>
          </a:xfrm>
          <a:prstGeom prst="rect">
            <a:avLst/>
          </a:prstGeom>
          <a:noFill/>
          <a:ln>
            <a:noFill/>
          </a:ln>
        </p:spPr>
        <p:txBody>
          <a:bodyPr spcFirstLastPara="1" wrap="square" lIns="91425" tIns="45700" rIns="91425" bIns="45700" anchor="t" anchorCtr="0">
            <a:normAutofit/>
          </a:bodyPr>
          <a:lstStyle/>
          <a:p>
            <a:pPr marL="152400" indent="0">
              <a:spcBef>
                <a:spcPts val="0"/>
              </a:spcBef>
              <a:buNone/>
            </a:pPr>
            <a:r>
              <a:rPr lang="en-US" sz="1800" dirty="0" smtClean="0">
                <a:latin typeface="Cambria" panose="02040503050406030204" pitchFamily="18" charset="0"/>
                <a:ea typeface="Cambria" panose="02040503050406030204" pitchFamily="18" charset="0"/>
              </a:rPr>
              <a:t>[6].  H.-J. Yu and C.-H. Son, “Apple Leaf Disease Identification through Region-of-Interest-Aware Deep Convolutional Neural Network,” </a:t>
            </a:r>
            <a:r>
              <a:rPr lang="en-US" sz="1800" i="1" dirty="0" smtClean="0">
                <a:latin typeface="Cambria" pitchFamily="18" charset="0"/>
                <a:ea typeface="Cambria" pitchFamily="18" charset="0"/>
              </a:rPr>
              <a:t>IEEE Access</a:t>
            </a:r>
            <a:r>
              <a:rPr lang="en-US" sz="1800" dirty="0" smtClean="0">
                <a:latin typeface="Cambria" pitchFamily="18" charset="0"/>
                <a:ea typeface="Cambria" pitchFamily="18" charset="0"/>
              </a:rPr>
              <a:t>, vol. 8, pp. 60696–60706, 2020, </a:t>
            </a:r>
          </a:p>
          <a:p>
            <a:pPr marL="152400" indent="0">
              <a:spcBef>
                <a:spcPts val="0"/>
              </a:spcBef>
              <a:buNone/>
            </a:pPr>
            <a:endParaRPr lang="en-US" sz="1800" dirty="0">
              <a:latin typeface="Cambria" pitchFamily="18" charset="0"/>
              <a:ea typeface="Cambria" pitchFamily="18" charset="0"/>
            </a:endParaRPr>
          </a:p>
          <a:p>
            <a:pPr marL="152400" indent="0">
              <a:spcBef>
                <a:spcPts val="0"/>
              </a:spcBef>
              <a:buNone/>
            </a:pPr>
            <a:r>
              <a:rPr lang="en-US" sz="1800" dirty="0" smtClean="0">
                <a:latin typeface="Cambria" panose="02040503050406030204" pitchFamily="18" charset="0"/>
                <a:ea typeface="Cambria" panose="02040503050406030204" pitchFamily="18" charset="0"/>
              </a:rPr>
              <a:t>[</a:t>
            </a:r>
            <a:r>
              <a:rPr lang="en-US" sz="1800" dirty="0">
                <a:latin typeface="Cambria" panose="02040503050406030204" pitchFamily="18" charset="0"/>
                <a:ea typeface="Cambria" panose="02040503050406030204" pitchFamily="18" charset="0"/>
              </a:rPr>
              <a:t>7</a:t>
            </a:r>
            <a:r>
              <a:rPr lang="en-US" sz="1800" dirty="0" smtClean="0">
                <a:latin typeface="Cambria" panose="02040503050406030204" pitchFamily="18" charset="0"/>
                <a:ea typeface="Cambria" panose="02040503050406030204" pitchFamily="18" charset="0"/>
              </a:rPr>
              <a:t>]. </a:t>
            </a:r>
            <a:r>
              <a:rPr lang="en-US" sz="1800" dirty="0">
                <a:latin typeface="Cambria" panose="02040503050406030204" pitchFamily="18" charset="0"/>
                <a:ea typeface="Cambria" panose="02040503050406030204" pitchFamily="18" charset="0"/>
              </a:rPr>
              <a:t>A. Too, L. Yujian, S. Njuki, and L. Yingchun, “A comparative study of fine-tuning deep learning models for plant disease identification,” Computers and Electronics in Agriculture, vol. 161, pp. 272–279, Jun. 2019.</a:t>
            </a:r>
          </a:p>
          <a:p>
            <a:pPr marL="152400" indent="0">
              <a:spcBef>
                <a:spcPts val="0"/>
              </a:spcBef>
              <a:buNone/>
            </a:pPr>
            <a:endParaRPr lang="en-US" sz="1800" dirty="0">
              <a:latin typeface="Cambria" panose="02040503050406030204" pitchFamily="18" charset="0"/>
              <a:ea typeface="Cambria" panose="02040503050406030204" pitchFamily="18" charset="0"/>
            </a:endParaRPr>
          </a:p>
          <a:p>
            <a:pPr marL="152400" indent="0">
              <a:spcBef>
                <a:spcPts val="0"/>
              </a:spcBef>
              <a:buNone/>
            </a:pPr>
            <a:r>
              <a:rPr lang="en-US" sz="1800" dirty="0" smtClean="0">
                <a:latin typeface="Cambria" panose="02040503050406030204" pitchFamily="18" charset="0"/>
                <a:ea typeface="Cambria" panose="02040503050406030204" pitchFamily="18" charset="0"/>
              </a:rPr>
              <a:t>[8]. </a:t>
            </a:r>
            <a:r>
              <a:rPr lang="en-US" sz="1800" dirty="0">
                <a:latin typeface="Cambria" panose="02040503050406030204" pitchFamily="18" charset="0"/>
                <a:ea typeface="Cambria" panose="02040503050406030204" pitchFamily="18" charset="0"/>
              </a:rPr>
              <a:t>P. Ferentinos, “Deep learning models for plant disease detection and diagnosis,” Computers and Electronics in Agriculture, vol. 145, pp. 311–318, Feb. 2018.</a:t>
            </a:r>
          </a:p>
          <a:p>
            <a:pPr marL="609600" lvl="1" indent="0">
              <a:spcBef>
                <a:spcPts val="0"/>
              </a:spcBef>
              <a:buNone/>
            </a:pPr>
            <a:endParaRPr lang="en-US" sz="1900" dirty="0">
              <a:latin typeface="Cambria" panose="02040503050406030204" pitchFamily="18" charset="0"/>
              <a:ea typeface="Cambria" panose="02040503050406030204" pitchFamily="18" charset="0"/>
            </a:endParaRPr>
          </a:p>
          <a:p>
            <a:pPr marL="152400" indent="0">
              <a:spcBef>
                <a:spcPts val="0"/>
              </a:spcBef>
              <a:buNone/>
            </a:pPr>
            <a:r>
              <a:rPr lang="en-US" sz="1800" dirty="0" smtClean="0">
                <a:latin typeface="Cambria" panose="02040503050406030204" pitchFamily="18" charset="0"/>
                <a:ea typeface="Cambria" panose="02040503050406030204" pitchFamily="18" charset="0"/>
              </a:rPr>
              <a:t>[9]. </a:t>
            </a:r>
            <a:r>
              <a:rPr lang="en-US" sz="1800" dirty="0">
                <a:latin typeface="Cambria" pitchFamily="18" charset="0"/>
                <a:ea typeface="Cambria" pitchFamily="18" charset="0"/>
              </a:rPr>
              <a:t>L. Li, S. Zhang and B. Wang, “Plant Disease Detection and Classification by Deep Learning—A Review,” </a:t>
            </a:r>
            <a:r>
              <a:rPr lang="en-US" sz="1800" i="1" dirty="0">
                <a:latin typeface="Cambria" pitchFamily="18" charset="0"/>
                <a:ea typeface="Cambria" pitchFamily="18" charset="0"/>
              </a:rPr>
              <a:t>IEEE Access</a:t>
            </a:r>
            <a:r>
              <a:rPr lang="en-US" sz="1800" dirty="0">
                <a:latin typeface="Cambria" pitchFamily="18" charset="0"/>
                <a:ea typeface="Cambria" pitchFamily="18" charset="0"/>
              </a:rPr>
              <a:t>, vol. 9, pp. 56683–56698, </a:t>
            </a:r>
            <a:r>
              <a:rPr lang="en-US" sz="1800" dirty="0" smtClean="0">
                <a:latin typeface="Cambria" pitchFamily="18" charset="0"/>
                <a:ea typeface="Cambria" pitchFamily="18" charset="0"/>
              </a:rPr>
              <a:t>2021.</a:t>
            </a:r>
          </a:p>
          <a:p>
            <a:pPr marL="152400" indent="0">
              <a:spcBef>
                <a:spcPts val="0"/>
              </a:spcBef>
              <a:buNone/>
            </a:pPr>
            <a:endParaRPr lang="en-US" sz="1800" dirty="0">
              <a:latin typeface="Cambria" pitchFamily="18" charset="0"/>
              <a:ea typeface="Cambria" pitchFamily="18" charset="0"/>
            </a:endParaRPr>
          </a:p>
          <a:p>
            <a:pPr marL="152400" indent="0">
              <a:spcBef>
                <a:spcPts val="0"/>
              </a:spcBef>
              <a:buNone/>
            </a:pPr>
            <a:r>
              <a:rPr lang="en-US" sz="1800" dirty="0" smtClean="0">
                <a:latin typeface="Cambria" panose="02040503050406030204" pitchFamily="18" charset="0"/>
                <a:ea typeface="Cambria" panose="02040503050406030204" pitchFamily="18" charset="0"/>
              </a:rPr>
              <a:t>[10].  </a:t>
            </a:r>
            <a:r>
              <a:rPr lang="en-IN" sz="1800" dirty="0" smtClean="0">
                <a:latin typeface="Cambria" pitchFamily="18" charset="0"/>
                <a:ea typeface="Cambria" pitchFamily="18" charset="0"/>
              </a:rPr>
              <a:t>J</a:t>
            </a:r>
            <a:r>
              <a:rPr lang="en-IN" sz="1800" dirty="0">
                <a:latin typeface="Cambria" pitchFamily="18" charset="0"/>
                <a:ea typeface="Cambria" pitchFamily="18" charset="0"/>
              </a:rPr>
              <a:t>. Chen, W. Chen, B. Zhang, Z. Tao, Y. Wu and M. Han, “Detection of Tomato Leaf Disease Based on Improved Convolutional Neural Network,” </a:t>
            </a:r>
            <a:r>
              <a:rPr lang="en-IN" sz="1800" i="1" dirty="0">
                <a:latin typeface="Cambria" pitchFamily="18" charset="0"/>
                <a:ea typeface="Cambria" pitchFamily="18" charset="0"/>
              </a:rPr>
              <a:t>IEEE Access</a:t>
            </a:r>
            <a:r>
              <a:rPr lang="en-IN" sz="1800" dirty="0">
                <a:latin typeface="Cambria" pitchFamily="18" charset="0"/>
                <a:ea typeface="Cambria" pitchFamily="18" charset="0"/>
              </a:rPr>
              <a:t>, vol. 9, pp. 30812–30825, 2021, </a:t>
            </a:r>
            <a:r>
              <a:rPr lang="en-IN" sz="1800" dirty="0" err="1">
                <a:latin typeface="Cambria" pitchFamily="18" charset="0"/>
                <a:ea typeface="Cambria" pitchFamily="18" charset="0"/>
              </a:rPr>
              <a:t>doi</a:t>
            </a:r>
            <a:r>
              <a:rPr lang="en-IN" sz="1800" dirty="0">
                <a:latin typeface="Cambria" pitchFamily="18" charset="0"/>
                <a:ea typeface="Cambria" pitchFamily="18" charset="0"/>
              </a:rPr>
              <a:t>: 10.1109/ACCESS.2021.3069840.</a:t>
            </a:r>
            <a:endParaRPr lang="en-US" sz="1800" dirty="0">
              <a:latin typeface="Cambria" panose="02040503050406030204" pitchFamily="18" charset="0"/>
              <a:ea typeface="Cambria" panose="02040503050406030204" pitchFamily="18" charset="0"/>
            </a:endParaRPr>
          </a:p>
          <a:p>
            <a:pPr marL="152400" indent="0">
              <a:spcBef>
                <a:spcPts val="0"/>
              </a:spcBef>
              <a:buNone/>
            </a:pPr>
            <a:endParaRPr lang="en-US" dirty="0">
              <a:latin typeface="Cambria" panose="02040503050406030204" pitchFamily="18" charset="0"/>
              <a:ea typeface="Cambria" panose="02040503050406030204" pitchFamily="18" charset="0"/>
            </a:endParaRPr>
          </a:p>
          <a:p>
            <a:pPr marL="152400" indent="0">
              <a:spcBef>
                <a:spcPts val="0"/>
              </a:spcBef>
              <a:buNone/>
            </a:pPr>
            <a:endParaRPr lang="en-US" dirty="0">
              <a:latin typeface="Cambria" panose="02040503050406030204" pitchFamily="18" charset="0"/>
              <a:ea typeface="Cambria" panose="02040503050406030204" pitchFamily="18" charset="0"/>
            </a:endParaRPr>
          </a:p>
          <a:p>
            <a:pPr marL="152400" indent="0">
              <a:spcBef>
                <a:spcPts val="0"/>
              </a:spcBef>
              <a:buNone/>
            </a:pPr>
            <a:endParaRPr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pic>
        <p:nvPicPr>
          <p:cNvPr id="5" name="Picture 4">
            <a:extLst>
              <a:ext uri="{FF2B5EF4-FFF2-40B4-BE49-F238E27FC236}">
                <a16:creationId xmlns="" xmlns:a16="http://schemas.microsoft.com/office/drawing/2014/main" id="{C63A00FF-89F0-DC87-D900-930227B33E5D}"/>
              </a:ext>
            </a:extLst>
          </p:cNvPr>
          <p:cNvPicPr>
            <a:picLocks noChangeAspect="1"/>
          </p:cNvPicPr>
          <p:nvPr/>
        </p:nvPicPr>
        <p:blipFill>
          <a:blip r:embed="rId3"/>
          <a:stretch>
            <a:fillRect/>
          </a:stretch>
        </p:blipFill>
        <p:spPr>
          <a:xfrm>
            <a:off x="4082811" y="1441315"/>
            <a:ext cx="3893305" cy="3935471"/>
          </a:xfrm>
          <a:prstGeom prst="rect">
            <a:avLst/>
          </a:prstGeom>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Bioinformatics">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729</TotalTime>
  <Words>1210</Words>
  <Application>Microsoft Office PowerPoint</Application>
  <PresentationFormat>Custom</PresentationFormat>
  <Paragraphs>164</Paragraphs>
  <Slides>16</Slides>
  <Notes>10</Notes>
  <HiddenSlides>0</HiddenSlides>
  <MMClips>0</MMClip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Bioinformatics</vt:lpstr>
      <vt:lpstr>AI-Driven Crop Disease Prediction and Management System</vt:lpstr>
      <vt:lpstr>Content:</vt:lpstr>
      <vt:lpstr>Abstract</vt:lpstr>
      <vt:lpstr>Literature Survey:</vt:lpstr>
      <vt:lpstr>Literature Survey:</vt:lpstr>
      <vt:lpstr>Literature Survey:</vt:lpstr>
      <vt:lpstr>Objectives</vt:lpstr>
      <vt:lpstr>Existing Methods and Drawbacks</vt:lpstr>
      <vt:lpstr>Proposed Method &amp; Feasibility Study </vt:lpstr>
      <vt:lpstr>Block Diagram:</vt:lpstr>
      <vt:lpstr>Modules: </vt:lpstr>
      <vt:lpstr>Hardware/Software Requirements: </vt:lpstr>
      <vt:lpstr>Timeline of the Project (Gantt Chart)</vt:lpstr>
      <vt:lpstr>References (IEEE Paper format)</vt:lpstr>
      <vt:lpstr>References (IEEE Paper format)</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Admin</dc:creator>
  <cp:lastModifiedBy>User</cp:lastModifiedBy>
  <cp:revision>68</cp:revision>
  <dcterms:modified xsi:type="dcterms:W3CDTF">2025-09-10T06:19:51Z</dcterms:modified>
</cp:coreProperties>
</file>